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56" r:id="rId4"/>
    <p:sldId id="260" r:id="rId5"/>
    <p:sldId id="265" r:id="rId6"/>
    <p:sldId id="266" r:id="rId7"/>
    <p:sldId id="262" r:id="rId8"/>
    <p:sldId id="261" r:id="rId9"/>
    <p:sldId id="264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9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3"/>
        <p:guide pos="39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312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92.xml"/><Relationship Id="rId3" Type="http://schemas.openxmlformats.org/officeDocument/2006/relationships/tags" Target="../tags/tag65.xml"/><Relationship Id="rId29" Type="http://schemas.openxmlformats.org/officeDocument/2006/relationships/tags" Target="../tags/tag91.xml"/><Relationship Id="rId28" Type="http://schemas.openxmlformats.org/officeDocument/2006/relationships/tags" Target="../tags/tag90.xml"/><Relationship Id="rId27" Type="http://schemas.openxmlformats.org/officeDocument/2006/relationships/tags" Target="../tags/tag89.xml"/><Relationship Id="rId26" Type="http://schemas.openxmlformats.org/officeDocument/2006/relationships/tags" Target="../tags/tag88.xml"/><Relationship Id="rId25" Type="http://schemas.openxmlformats.org/officeDocument/2006/relationships/tags" Target="../tags/tag87.xml"/><Relationship Id="rId24" Type="http://schemas.openxmlformats.org/officeDocument/2006/relationships/tags" Target="../tags/tag86.xml"/><Relationship Id="rId23" Type="http://schemas.openxmlformats.org/officeDocument/2006/relationships/tags" Target="../tags/tag85.xml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tags" Target="../tags/tag9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0" Type="http://schemas.openxmlformats.org/officeDocument/2006/relationships/slideLayout" Target="../slideLayouts/slideLayout7.xml"/><Relationship Id="rId4" Type="http://schemas.openxmlformats.org/officeDocument/2006/relationships/tags" Target="../tags/tag108.xml"/><Relationship Id="rId39" Type="http://schemas.openxmlformats.org/officeDocument/2006/relationships/tags" Target="../tags/tag143.xml"/><Relationship Id="rId38" Type="http://schemas.openxmlformats.org/officeDocument/2006/relationships/tags" Target="../tags/tag142.xml"/><Relationship Id="rId37" Type="http://schemas.openxmlformats.org/officeDocument/2006/relationships/tags" Target="../tags/tag141.xml"/><Relationship Id="rId36" Type="http://schemas.openxmlformats.org/officeDocument/2006/relationships/tags" Target="../tags/tag140.xml"/><Relationship Id="rId35" Type="http://schemas.openxmlformats.org/officeDocument/2006/relationships/tags" Target="../tags/tag139.xml"/><Relationship Id="rId34" Type="http://schemas.openxmlformats.org/officeDocument/2006/relationships/tags" Target="../tags/tag138.xml"/><Relationship Id="rId33" Type="http://schemas.openxmlformats.org/officeDocument/2006/relationships/tags" Target="../tags/tag137.xml"/><Relationship Id="rId32" Type="http://schemas.openxmlformats.org/officeDocument/2006/relationships/tags" Target="../tags/tag136.xml"/><Relationship Id="rId31" Type="http://schemas.openxmlformats.org/officeDocument/2006/relationships/tags" Target="../tags/tag135.xml"/><Relationship Id="rId30" Type="http://schemas.openxmlformats.org/officeDocument/2006/relationships/tags" Target="../tags/tag134.xml"/><Relationship Id="rId3" Type="http://schemas.openxmlformats.org/officeDocument/2006/relationships/tags" Target="../tags/tag107.xml"/><Relationship Id="rId29" Type="http://schemas.openxmlformats.org/officeDocument/2006/relationships/tags" Target="../tags/tag133.xml"/><Relationship Id="rId28" Type="http://schemas.openxmlformats.org/officeDocument/2006/relationships/tags" Target="../tags/tag132.xml"/><Relationship Id="rId27" Type="http://schemas.openxmlformats.org/officeDocument/2006/relationships/tags" Target="../tags/tag131.xml"/><Relationship Id="rId26" Type="http://schemas.openxmlformats.org/officeDocument/2006/relationships/tags" Target="../tags/tag130.xml"/><Relationship Id="rId25" Type="http://schemas.openxmlformats.org/officeDocument/2006/relationships/tags" Target="../tags/tag129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tags" Target="../tags/tag106.xml"/><Relationship Id="rId19" Type="http://schemas.openxmlformats.org/officeDocument/2006/relationships/tags" Target="../tags/tag123.xml"/><Relationship Id="rId18" Type="http://schemas.openxmlformats.org/officeDocument/2006/relationships/tags" Target="../tags/tag122.xml"/><Relationship Id="rId17" Type="http://schemas.openxmlformats.org/officeDocument/2006/relationships/tags" Target="../tags/tag121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8" Type="http://schemas.openxmlformats.org/officeDocument/2006/relationships/slideLayout" Target="../slideLayouts/slideLayout7.xml"/><Relationship Id="rId47" Type="http://schemas.openxmlformats.org/officeDocument/2006/relationships/tags" Target="../tags/tag190.xml"/><Relationship Id="rId46" Type="http://schemas.openxmlformats.org/officeDocument/2006/relationships/tags" Target="../tags/tag189.xml"/><Relationship Id="rId45" Type="http://schemas.openxmlformats.org/officeDocument/2006/relationships/tags" Target="../tags/tag188.xml"/><Relationship Id="rId44" Type="http://schemas.openxmlformats.org/officeDocument/2006/relationships/tags" Target="../tags/tag187.xml"/><Relationship Id="rId43" Type="http://schemas.openxmlformats.org/officeDocument/2006/relationships/tags" Target="../tags/tag186.xml"/><Relationship Id="rId42" Type="http://schemas.openxmlformats.org/officeDocument/2006/relationships/tags" Target="../tags/tag185.xml"/><Relationship Id="rId41" Type="http://schemas.openxmlformats.org/officeDocument/2006/relationships/tags" Target="../tags/tag184.xml"/><Relationship Id="rId40" Type="http://schemas.openxmlformats.org/officeDocument/2006/relationships/tags" Target="../tags/tag183.xml"/><Relationship Id="rId4" Type="http://schemas.openxmlformats.org/officeDocument/2006/relationships/tags" Target="../tags/tag147.xml"/><Relationship Id="rId39" Type="http://schemas.openxmlformats.org/officeDocument/2006/relationships/tags" Target="../tags/tag182.xml"/><Relationship Id="rId38" Type="http://schemas.openxmlformats.org/officeDocument/2006/relationships/tags" Target="../tags/tag181.xml"/><Relationship Id="rId37" Type="http://schemas.openxmlformats.org/officeDocument/2006/relationships/tags" Target="../tags/tag180.xml"/><Relationship Id="rId36" Type="http://schemas.openxmlformats.org/officeDocument/2006/relationships/tags" Target="../tags/tag179.xml"/><Relationship Id="rId35" Type="http://schemas.openxmlformats.org/officeDocument/2006/relationships/tags" Target="../tags/tag178.xml"/><Relationship Id="rId34" Type="http://schemas.openxmlformats.org/officeDocument/2006/relationships/tags" Target="../tags/tag177.xml"/><Relationship Id="rId33" Type="http://schemas.openxmlformats.org/officeDocument/2006/relationships/tags" Target="../tags/tag176.xml"/><Relationship Id="rId32" Type="http://schemas.openxmlformats.org/officeDocument/2006/relationships/tags" Target="../tags/tag175.xml"/><Relationship Id="rId31" Type="http://schemas.openxmlformats.org/officeDocument/2006/relationships/tags" Target="../tags/tag174.xml"/><Relationship Id="rId30" Type="http://schemas.openxmlformats.org/officeDocument/2006/relationships/tags" Target="../tags/tag173.xml"/><Relationship Id="rId3" Type="http://schemas.openxmlformats.org/officeDocument/2006/relationships/tags" Target="../tags/tag146.xml"/><Relationship Id="rId29" Type="http://schemas.openxmlformats.org/officeDocument/2006/relationships/tags" Target="../tags/tag172.xml"/><Relationship Id="rId28" Type="http://schemas.openxmlformats.org/officeDocument/2006/relationships/tags" Target="../tags/tag171.xml"/><Relationship Id="rId27" Type="http://schemas.openxmlformats.org/officeDocument/2006/relationships/tags" Target="../tags/tag170.xml"/><Relationship Id="rId26" Type="http://schemas.openxmlformats.org/officeDocument/2006/relationships/tags" Target="../tags/tag169.xml"/><Relationship Id="rId25" Type="http://schemas.openxmlformats.org/officeDocument/2006/relationships/tags" Target="../tags/tag168.xml"/><Relationship Id="rId24" Type="http://schemas.openxmlformats.org/officeDocument/2006/relationships/tags" Target="../tags/tag167.xml"/><Relationship Id="rId23" Type="http://schemas.openxmlformats.org/officeDocument/2006/relationships/tags" Target="../tags/tag166.xml"/><Relationship Id="rId22" Type="http://schemas.openxmlformats.org/officeDocument/2006/relationships/tags" Target="../tags/tag165.xml"/><Relationship Id="rId21" Type="http://schemas.openxmlformats.org/officeDocument/2006/relationships/tags" Target="../tags/tag164.xml"/><Relationship Id="rId20" Type="http://schemas.openxmlformats.org/officeDocument/2006/relationships/tags" Target="../tags/tag163.xml"/><Relationship Id="rId2" Type="http://schemas.openxmlformats.org/officeDocument/2006/relationships/tags" Target="../tags/tag145.xml"/><Relationship Id="rId19" Type="http://schemas.openxmlformats.org/officeDocument/2006/relationships/tags" Target="../tags/tag162.xml"/><Relationship Id="rId18" Type="http://schemas.openxmlformats.org/officeDocument/2006/relationships/tags" Target="../tags/tag161.xml"/><Relationship Id="rId17" Type="http://schemas.openxmlformats.org/officeDocument/2006/relationships/tags" Target="../tags/tag160.xml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9" Type="http://schemas.openxmlformats.org/officeDocument/2006/relationships/slideLayout" Target="../slideLayouts/slideLayout7.xml"/><Relationship Id="rId48" Type="http://schemas.openxmlformats.org/officeDocument/2006/relationships/tags" Target="../tags/tag238.xml"/><Relationship Id="rId47" Type="http://schemas.openxmlformats.org/officeDocument/2006/relationships/tags" Target="../tags/tag237.xml"/><Relationship Id="rId46" Type="http://schemas.openxmlformats.org/officeDocument/2006/relationships/tags" Target="../tags/tag236.xml"/><Relationship Id="rId45" Type="http://schemas.openxmlformats.org/officeDocument/2006/relationships/tags" Target="../tags/tag235.xml"/><Relationship Id="rId44" Type="http://schemas.openxmlformats.org/officeDocument/2006/relationships/tags" Target="../tags/tag234.xml"/><Relationship Id="rId43" Type="http://schemas.openxmlformats.org/officeDocument/2006/relationships/tags" Target="../tags/tag233.xml"/><Relationship Id="rId42" Type="http://schemas.openxmlformats.org/officeDocument/2006/relationships/tags" Target="../tags/tag232.xml"/><Relationship Id="rId41" Type="http://schemas.openxmlformats.org/officeDocument/2006/relationships/tags" Target="../tags/tag231.xml"/><Relationship Id="rId40" Type="http://schemas.openxmlformats.org/officeDocument/2006/relationships/tags" Target="../tags/tag230.xml"/><Relationship Id="rId4" Type="http://schemas.openxmlformats.org/officeDocument/2006/relationships/tags" Target="../tags/tag194.xml"/><Relationship Id="rId39" Type="http://schemas.openxmlformats.org/officeDocument/2006/relationships/tags" Target="../tags/tag229.xml"/><Relationship Id="rId38" Type="http://schemas.openxmlformats.org/officeDocument/2006/relationships/tags" Target="../tags/tag228.xml"/><Relationship Id="rId37" Type="http://schemas.openxmlformats.org/officeDocument/2006/relationships/tags" Target="../tags/tag227.xml"/><Relationship Id="rId36" Type="http://schemas.openxmlformats.org/officeDocument/2006/relationships/tags" Target="../tags/tag226.xml"/><Relationship Id="rId35" Type="http://schemas.openxmlformats.org/officeDocument/2006/relationships/tags" Target="../tags/tag225.xml"/><Relationship Id="rId34" Type="http://schemas.openxmlformats.org/officeDocument/2006/relationships/tags" Target="../tags/tag224.xml"/><Relationship Id="rId33" Type="http://schemas.openxmlformats.org/officeDocument/2006/relationships/tags" Target="../tags/tag223.xml"/><Relationship Id="rId32" Type="http://schemas.openxmlformats.org/officeDocument/2006/relationships/tags" Target="../tags/tag222.xml"/><Relationship Id="rId31" Type="http://schemas.openxmlformats.org/officeDocument/2006/relationships/tags" Target="../tags/tag221.xml"/><Relationship Id="rId30" Type="http://schemas.openxmlformats.org/officeDocument/2006/relationships/tags" Target="../tags/tag220.xml"/><Relationship Id="rId3" Type="http://schemas.openxmlformats.org/officeDocument/2006/relationships/tags" Target="../tags/tag193.xml"/><Relationship Id="rId29" Type="http://schemas.openxmlformats.org/officeDocument/2006/relationships/tags" Target="../tags/tag219.xml"/><Relationship Id="rId28" Type="http://schemas.openxmlformats.org/officeDocument/2006/relationships/tags" Target="../tags/tag218.xml"/><Relationship Id="rId27" Type="http://schemas.openxmlformats.org/officeDocument/2006/relationships/tags" Target="../tags/tag217.xml"/><Relationship Id="rId26" Type="http://schemas.openxmlformats.org/officeDocument/2006/relationships/tags" Target="../tags/tag216.xml"/><Relationship Id="rId25" Type="http://schemas.openxmlformats.org/officeDocument/2006/relationships/tags" Target="../tags/tag215.xml"/><Relationship Id="rId24" Type="http://schemas.openxmlformats.org/officeDocument/2006/relationships/tags" Target="../tags/tag214.xml"/><Relationship Id="rId23" Type="http://schemas.openxmlformats.org/officeDocument/2006/relationships/tags" Target="../tags/tag213.xml"/><Relationship Id="rId22" Type="http://schemas.openxmlformats.org/officeDocument/2006/relationships/tags" Target="../tags/tag212.xml"/><Relationship Id="rId21" Type="http://schemas.openxmlformats.org/officeDocument/2006/relationships/tags" Target="../tags/tag211.xml"/><Relationship Id="rId20" Type="http://schemas.openxmlformats.org/officeDocument/2006/relationships/tags" Target="../tags/tag210.xml"/><Relationship Id="rId2" Type="http://schemas.openxmlformats.org/officeDocument/2006/relationships/tags" Target="../tags/tag192.xml"/><Relationship Id="rId19" Type="http://schemas.openxmlformats.org/officeDocument/2006/relationships/tags" Target="../tags/tag209.xml"/><Relationship Id="rId18" Type="http://schemas.openxmlformats.org/officeDocument/2006/relationships/tags" Target="../tags/tag208.xml"/><Relationship Id="rId17" Type="http://schemas.openxmlformats.org/officeDocument/2006/relationships/tags" Target="../tags/tag207.xml"/><Relationship Id="rId16" Type="http://schemas.openxmlformats.org/officeDocument/2006/relationships/tags" Target="../tags/tag206.xml"/><Relationship Id="rId15" Type="http://schemas.openxmlformats.org/officeDocument/2006/relationships/tags" Target="../tags/tag205.xml"/><Relationship Id="rId14" Type="http://schemas.openxmlformats.org/officeDocument/2006/relationships/tags" Target="../tags/tag204.xml"/><Relationship Id="rId13" Type="http://schemas.openxmlformats.org/officeDocument/2006/relationships/tags" Target="../tags/tag203.xml"/><Relationship Id="rId12" Type="http://schemas.openxmlformats.org/officeDocument/2006/relationships/tags" Target="../tags/tag202.xml"/><Relationship Id="rId11" Type="http://schemas.openxmlformats.org/officeDocument/2006/relationships/tags" Target="../tags/tag201.xml"/><Relationship Id="rId10" Type="http://schemas.openxmlformats.org/officeDocument/2006/relationships/tags" Target="../tags/tag200.xml"/><Relationship Id="rId1" Type="http://schemas.openxmlformats.org/officeDocument/2006/relationships/tags" Target="../tags/tag19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" Type="http://schemas.openxmlformats.org/officeDocument/2006/relationships/tags" Target="../tags/tag246.xml"/><Relationship Id="rId7" Type="http://schemas.openxmlformats.org/officeDocument/2006/relationships/tags" Target="../tags/tag245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4" Type="http://schemas.openxmlformats.org/officeDocument/2006/relationships/slideLayout" Target="../slideLayouts/slideLayout7.xml"/><Relationship Id="rId43" Type="http://schemas.openxmlformats.org/officeDocument/2006/relationships/tags" Target="../tags/tag281.xml"/><Relationship Id="rId42" Type="http://schemas.openxmlformats.org/officeDocument/2006/relationships/tags" Target="../tags/tag280.xml"/><Relationship Id="rId41" Type="http://schemas.openxmlformats.org/officeDocument/2006/relationships/tags" Target="../tags/tag279.xml"/><Relationship Id="rId40" Type="http://schemas.openxmlformats.org/officeDocument/2006/relationships/tags" Target="../tags/tag278.xml"/><Relationship Id="rId4" Type="http://schemas.openxmlformats.org/officeDocument/2006/relationships/tags" Target="../tags/tag242.xml"/><Relationship Id="rId39" Type="http://schemas.openxmlformats.org/officeDocument/2006/relationships/tags" Target="../tags/tag277.xml"/><Relationship Id="rId38" Type="http://schemas.openxmlformats.org/officeDocument/2006/relationships/tags" Target="../tags/tag276.xml"/><Relationship Id="rId37" Type="http://schemas.openxmlformats.org/officeDocument/2006/relationships/tags" Target="../tags/tag275.xml"/><Relationship Id="rId36" Type="http://schemas.openxmlformats.org/officeDocument/2006/relationships/tags" Target="../tags/tag274.xml"/><Relationship Id="rId35" Type="http://schemas.openxmlformats.org/officeDocument/2006/relationships/tags" Target="../tags/tag273.xml"/><Relationship Id="rId34" Type="http://schemas.openxmlformats.org/officeDocument/2006/relationships/tags" Target="../tags/tag272.xml"/><Relationship Id="rId33" Type="http://schemas.openxmlformats.org/officeDocument/2006/relationships/tags" Target="../tags/tag271.xml"/><Relationship Id="rId32" Type="http://schemas.openxmlformats.org/officeDocument/2006/relationships/tags" Target="../tags/tag270.xml"/><Relationship Id="rId31" Type="http://schemas.openxmlformats.org/officeDocument/2006/relationships/tags" Target="../tags/tag269.xml"/><Relationship Id="rId30" Type="http://schemas.openxmlformats.org/officeDocument/2006/relationships/tags" Target="../tags/tag268.xml"/><Relationship Id="rId3" Type="http://schemas.openxmlformats.org/officeDocument/2006/relationships/tags" Target="../tags/tag241.xml"/><Relationship Id="rId29" Type="http://schemas.openxmlformats.org/officeDocument/2006/relationships/tags" Target="../tags/tag267.xml"/><Relationship Id="rId28" Type="http://schemas.openxmlformats.org/officeDocument/2006/relationships/tags" Target="../tags/tag266.xml"/><Relationship Id="rId27" Type="http://schemas.openxmlformats.org/officeDocument/2006/relationships/tags" Target="../tags/tag265.xml"/><Relationship Id="rId26" Type="http://schemas.openxmlformats.org/officeDocument/2006/relationships/tags" Target="../tags/tag264.xml"/><Relationship Id="rId25" Type="http://schemas.openxmlformats.org/officeDocument/2006/relationships/tags" Target="../tags/tag263.xml"/><Relationship Id="rId24" Type="http://schemas.openxmlformats.org/officeDocument/2006/relationships/tags" Target="../tags/tag262.xml"/><Relationship Id="rId23" Type="http://schemas.openxmlformats.org/officeDocument/2006/relationships/tags" Target="../tags/tag261.xml"/><Relationship Id="rId22" Type="http://schemas.openxmlformats.org/officeDocument/2006/relationships/tags" Target="../tags/tag260.xml"/><Relationship Id="rId21" Type="http://schemas.openxmlformats.org/officeDocument/2006/relationships/tags" Target="../tags/tag259.xml"/><Relationship Id="rId20" Type="http://schemas.openxmlformats.org/officeDocument/2006/relationships/tags" Target="../tags/tag258.xml"/><Relationship Id="rId2" Type="http://schemas.openxmlformats.org/officeDocument/2006/relationships/tags" Target="../tags/tag240.xml"/><Relationship Id="rId19" Type="http://schemas.openxmlformats.org/officeDocument/2006/relationships/tags" Target="../tags/tag257.xml"/><Relationship Id="rId18" Type="http://schemas.openxmlformats.org/officeDocument/2006/relationships/tags" Target="../tags/tag256.xml"/><Relationship Id="rId17" Type="http://schemas.openxmlformats.org/officeDocument/2006/relationships/tags" Target="../tags/tag255.xml"/><Relationship Id="rId16" Type="http://schemas.openxmlformats.org/officeDocument/2006/relationships/tags" Target="../tags/tag254.xml"/><Relationship Id="rId15" Type="http://schemas.openxmlformats.org/officeDocument/2006/relationships/tags" Target="../tags/tag253.xml"/><Relationship Id="rId14" Type="http://schemas.openxmlformats.org/officeDocument/2006/relationships/tags" Target="../tags/tag252.xml"/><Relationship Id="rId13" Type="http://schemas.openxmlformats.org/officeDocument/2006/relationships/tags" Target="../tags/tag251.xml"/><Relationship Id="rId12" Type="http://schemas.openxmlformats.org/officeDocument/2006/relationships/tags" Target="../tags/tag250.xml"/><Relationship Id="rId11" Type="http://schemas.openxmlformats.org/officeDocument/2006/relationships/tags" Target="../tags/tag249.xml"/><Relationship Id="rId10" Type="http://schemas.openxmlformats.org/officeDocument/2006/relationships/tags" Target="../tags/tag248.xml"/><Relationship Id="rId1" Type="http://schemas.openxmlformats.org/officeDocument/2006/relationships/tags" Target="../tags/tag239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96.xml"/><Relationship Id="rId8" Type="http://schemas.openxmlformats.org/officeDocument/2006/relationships/tags" Target="../tags/tag295.xml"/><Relationship Id="rId7" Type="http://schemas.openxmlformats.org/officeDocument/2006/relationships/tags" Target="../tags/tag294.xml"/><Relationship Id="rId6" Type="http://schemas.openxmlformats.org/officeDocument/2006/relationships/tags" Target="../tags/tag293.xml"/><Relationship Id="rId5" Type="http://schemas.openxmlformats.org/officeDocument/2006/relationships/tags" Target="../tags/tag292.xml"/><Relationship Id="rId4" Type="http://schemas.openxmlformats.org/officeDocument/2006/relationships/tags" Target="../tags/tag291.xml"/><Relationship Id="rId3" Type="http://schemas.openxmlformats.org/officeDocument/2006/relationships/tags" Target="../tags/tag290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311.xml"/><Relationship Id="rId23" Type="http://schemas.openxmlformats.org/officeDocument/2006/relationships/tags" Target="../tags/tag310.xml"/><Relationship Id="rId22" Type="http://schemas.openxmlformats.org/officeDocument/2006/relationships/tags" Target="../tags/tag309.xml"/><Relationship Id="rId21" Type="http://schemas.openxmlformats.org/officeDocument/2006/relationships/tags" Target="../tags/tag308.xml"/><Relationship Id="rId20" Type="http://schemas.openxmlformats.org/officeDocument/2006/relationships/tags" Target="../tags/tag307.xml"/><Relationship Id="rId2" Type="http://schemas.openxmlformats.org/officeDocument/2006/relationships/tags" Target="../tags/tag289.xml"/><Relationship Id="rId19" Type="http://schemas.openxmlformats.org/officeDocument/2006/relationships/tags" Target="../tags/tag306.xml"/><Relationship Id="rId18" Type="http://schemas.openxmlformats.org/officeDocument/2006/relationships/tags" Target="../tags/tag305.xml"/><Relationship Id="rId17" Type="http://schemas.openxmlformats.org/officeDocument/2006/relationships/tags" Target="../tags/tag304.xml"/><Relationship Id="rId16" Type="http://schemas.openxmlformats.org/officeDocument/2006/relationships/tags" Target="../tags/tag303.xml"/><Relationship Id="rId15" Type="http://schemas.openxmlformats.org/officeDocument/2006/relationships/tags" Target="../tags/tag302.xml"/><Relationship Id="rId14" Type="http://schemas.openxmlformats.org/officeDocument/2006/relationships/tags" Target="../tags/tag301.xml"/><Relationship Id="rId13" Type="http://schemas.openxmlformats.org/officeDocument/2006/relationships/tags" Target="../tags/tag300.xml"/><Relationship Id="rId12" Type="http://schemas.openxmlformats.org/officeDocument/2006/relationships/tags" Target="../tags/tag299.xml"/><Relationship Id="rId11" Type="http://schemas.openxmlformats.org/officeDocument/2006/relationships/tags" Target="../tags/tag298.xml"/><Relationship Id="rId10" Type="http://schemas.openxmlformats.org/officeDocument/2006/relationships/tags" Target="../tags/tag297.xml"/><Relationship Id="rId1" Type="http://schemas.openxmlformats.org/officeDocument/2006/relationships/tags" Target="../tags/tag2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2757805" y="66611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29890" y="771525"/>
            <a:ext cx="672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开始</a:t>
            </a:r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1"/>
            </p:custDataLst>
          </p:nvPr>
        </p:nvSpPr>
        <p:spPr>
          <a:xfrm>
            <a:off x="5429885" y="4020820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608320" y="4134485"/>
            <a:ext cx="71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结束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2" idx="4"/>
          </p:cNvCxnSpPr>
          <p:nvPr/>
        </p:nvCxnSpPr>
        <p:spPr>
          <a:xfrm>
            <a:off x="3241040" y="124523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2715895" y="2021205"/>
            <a:ext cx="113601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>
            <p:custDataLst>
              <p:tags r:id="rId4"/>
            </p:custDataLst>
          </p:nvPr>
        </p:nvCxnSpPr>
        <p:spPr>
          <a:xfrm>
            <a:off x="3245485" y="184467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929890" y="2075815"/>
            <a:ext cx="6731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i=0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1343660" y="2484755"/>
            <a:ext cx="113601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>
            <p:custDataLst>
              <p:tags r:id="rId7"/>
            </p:custDataLst>
          </p:nvPr>
        </p:nvCxnSpPr>
        <p:spPr>
          <a:xfrm>
            <a:off x="3249930" y="248475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8"/>
            </p:custDataLst>
          </p:nvPr>
        </p:nvCxnSpPr>
        <p:spPr>
          <a:xfrm>
            <a:off x="3236595" y="316230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平行四边形 17"/>
          <p:cNvSpPr/>
          <p:nvPr/>
        </p:nvSpPr>
        <p:spPr>
          <a:xfrm>
            <a:off x="2674620" y="264350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菱形 18"/>
          <p:cNvSpPr/>
          <p:nvPr/>
        </p:nvSpPr>
        <p:spPr>
          <a:xfrm>
            <a:off x="2524760" y="334327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2524760" y="3407410"/>
            <a:ext cx="169291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en-US" b="0">
                <a:latin typeface="宋体" panose="02010600030101010101" pitchFamily="2" charset="-122"/>
              </a:rPr>
              <a:t>i&lt;=C.length-1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cxnSp>
        <p:nvCxnSpPr>
          <p:cNvPr id="21" name="肘形连接符 20"/>
          <p:cNvCxnSpPr/>
          <p:nvPr/>
        </p:nvCxnSpPr>
        <p:spPr>
          <a:xfrm rot="10800000" flipH="1">
            <a:off x="2524125" y="1916430"/>
            <a:ext cx="106045" cy="1674495"/>
          </a:xfrm>
          <a:prstGeom prst="bentConnector4">
            <a:avLst>
              <a:gd name="adj1" fmla="val -577844"/>
              <a:gd name="adj2" fmla="val 10034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1516380" y="2539365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en-US" b="0">
                <a:latin typeface="宋体" panose="02010600030101010101" pitchFamily="2" charset="-122"/>
              </a:rPr>
              <a:t>i++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sp>
        <p:nvSpPr>
          <p:cNvPr id="23" name="菱形 22"/>
          <p:cNvSpPr/>
          <p:nvPr>
            <p:custDataLst>
              <p:tags r:id="rId11"/>
            </p:custDataLst>
          </p:nvPr>
        </p:nvSpPr>
        <p:spPr>
          <a:xfrm>
            <a:off x="2524125" y="400621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菱形 23"/>
          <p:cNvSpPr/>
          <p:nvPr>
            <p:custDataLst>
              <p:tags r:id="rId12"/>
            </p:custDataLst>
          </p:nvPr>
        </p:nvSpPr>
        <p:spPr>
          <a:xfrm>
            <a:off x="2524760" y="470979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894965" y="268605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25" name="平行四边形 24"/>
          <p:cNvSpPr/>
          <p:nvPr>
            <p:custDataLst>
              <p:tags r:id="rId14"/>
            </p:custDataLst>
          </p:nvPr>
        </p:nvSpPr>
        <p:spPr>
          <a:xfrm>
            <a:off x="4109720" y="406844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/>
          <p:nvPr>
            <p:custDataLst>
              <p:tags r:id="rId15"/>
            </p:custDataLst>
          </p:nvPr>
        </p:nvCxnSpPr>
        <p:spPr>
          <a:xfrm>
            <a:off x="3249930" y="384429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>
            <p:custDataLst>
              <p:tags r:id="rId16"/>
            </p:custDataLst>
          </p:nvPr>
        </p:nvCxnSpPr>
        <p:spPr>
          <a:xfrm>
            <a:off x="3249930" y="452183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17"/>
            </p:custDataLst>
          </p:nvPr>
        </p:nvSpPr>
        <p:spPr>
          <a:xfrm>
            <a:off x="4330065" y="4134485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674620" y="4065905"/>
            <a:ext cx="11772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fp=fopen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cxnSp>
        <p:nvCxnSpPr>
          <p:cNvPr id="30" name="直接箭头连接符 29"/>
          <p:cNvCxnSpPr/>
          <p:nvPr>
            <p:custDataLst>
              <p:tags r:id="rId18"/>
            </p:custDataLst>
          </p:nvPr>
        </p:nvCxnSpPr>
        <p:spPr>
          <a:xfrm>
            <a:off x="3957320" y="425894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平行四边形 31"/>
          <p:cNvSpPr/>
          <p:nvPr>
            <p:custDataLst>
              <p:tags r:id="rId19"/>
            </p:custDataLst>
          </p:nvPr>
        </p:nvSpPr>
        <p:spPr>
          <a:xfrm>
            <a:off x="4109720" y="477710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4187825" y="4838065"/>
            <a:ext cx="788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/>
            <a:r>
              <a:rPr lang="zh-CN" altLang="en-US">
                <a:latin typeface="宋体" panose="02010600030101010101" pitchFamily="2" charset="-122"/>
                <a:sym typeface="+mn-ea"/>
              </a:rPr>
              <a:t>输出</a:t>
            </a:r>
            <a:endParaRPr lang="zh-CN" altLang="en-US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20"/>
            </p:custDataLst>
          </p:nvPr>
        </p:nvSpPr>
        <p:spPr>
          <a:xfrm>
            <a:off x="2674620" y="4777105"/>
            <a:ext cx="13061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fread</a:t>
            </a:r>
            <a:r>
              <a:rPr lang="zh-CN" altLang="en-US" b="0">
                <a:latin typeface="宋体" panose="02010600030101010101" pitchFamily="2" charset="-122"/>
              </a:rPr>
              <a:t>！</a:t>
            </a:r>
            <a:r>
              <a:rPr lang="en-US" altLang="zh-CN" b="0">
                <a:latin typeface="宋体" panose="02010600030101010101" pitchFamily="2" charset="-122"/>
              </a:rPr>
              <a:t>=1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cxnSp>
        <p:nvCxnSpPr>
          <p:cNvPr id="35" name="直接箭头连接符 34"/>
          <p:cNvCxnSpPr/>
          <p:nvPr>
            <p:custDataLst>
              <p:tags r:id="rId21"/>
            </p:custDataLst>
          </p:nvPr>
        </p:nvCxnSpPr>
        <p:spPr>
          <a:xfrm>
            <a:off x="3236595" y="522414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>
            <p:custDataLst>
              <p:tags r:id="rId22"/>
            </p:custDataLst>
          </p:nvPr>
        </p:nvCxnSpPr>
        <p:spPr>
          <a:xfrm>
            <a:off x="3975100" y="4956810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>
            <p:custDataLst>
              <p:tags r:id="rId23"/>
            </p:custDataLst>
          </p:nvPr>
        </p:nvCxnSpPr>
        <p:spPr>
          <a:xfrm>
            <a:off x="5207000" y="4305300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椭圆 40"/>
          <p:cNvSpPr/>
          <p:nvPr>
            <p:custDataLst>
              <p:tags r:id="rId24"/>
            </p:custDataLst>
          </p:nvPr>
        </p:nvSpPr>
        <p:spPr>
          <a:xfrm>
            <a:off x="5429885" y="470979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箭头连接符 41"/>
          <p:cNvCxnSpPr/>
          <p:nvPr>
            <p:custDataLst>
              <p:tags r:id="rId25"/>
            </p:custDataLst>
          </p:nvPr>
        </p:nvCxnSpPr>
        <p:spPr>
          <a:xfrm>
            <a:off x="5207000" y="499935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26"/>
            </p:custDataLst>
          </p:nvPr>
        </p:nvSpPr>
        <p:spPr>
          <a:xfrm>
            <a:off x="5554980" y="4777105"/>
            <a:ext cx="71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44" name="椭圆 43"/>
          <p:cNvSpPr/>
          <p:nvPr>
            <p:custDataLst>
              <p:tags r:id="rId27"/>
            </p:custDataLst>
          </p:nvPr>
        </p:nvSpPr>
        <p:spPr>
          <a:xfrm>
            <a:off x="2757805" y="541210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2929890" y="5522595"/>
            <a:ext cx="673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结束</a:t>
            </a:r>
            <a:endParaRPr lang="zh-CN" altLang="en-US">
              <a:sym typeface="+mn-ea"/>
            </a:endParaRPr>
          </a:p>
        </p:txBody>
      </p:sp>
      <p:sp>
        <p:nvSpPr>
          <p:cNvPr id="4" name="平行四边形 3"/>
          <p:cNvSpPr/>
          <p:nvPr>
            <p:custDataLst>
              <p:tags r:id="rId28"/>
            </p:custDataLst>
          </p:nvPr>
        </p:nvSpPr>
        <p:spPr>
          <a:xfrm>
            <a:off x="2674620" y="142303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9"/>
            </p:custDataLst>
          </p:nvPr>
        </p:nvSpPr>
        <p:spPr>
          <a:xfrm>
            <a:off x="2894965" y="146558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80125" y="7181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登记</a:t>
            </a:r>
            <a:endParaRPr lang="zh-CN" altLang="en-US"/>
          </a:p>
        </p:txBody>
      </p:sp>
    </p:spTree>
    <p:custDataLst>
      <p:tags r:id="rId3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2757805" y="66611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29890" y="771525"/>
            <a:ext cx="673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开始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715895" y="1421765"/>
            <a:ext cx="113601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stCxn id="2" idx="4"/>
          </p:cNvCxnSpPr>
          <p:nvPr/>
        </p:nvCxnSpPr>
        <p:spPr>
          <a:xfrm>
            <a:off x="3241040" y="124523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2630805" y="1421765"/>
            <a:ext cx="147891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C.length=n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715895" y="2021205"/>
            <a:ext cx="113601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>
            <p:custDataLst>
              <p:tags r:id="rId2"/>
            </p:custDataLst>
          </p:nvPr>
        </p:nvCxnSpPr>
        <p:spPr>
          <a:xfrm>
            <a:off x="3245485" y="184467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2929890" y="2075815"/>
            <a:ext cx="6731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i=0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343660" y="2484755"/>
            <a:ext cx="113601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>
            <p:custDataLst>
              <p:tags r:id="rId5"/>
            </p:custDataLst>
          </p:nvPr>
        </p:nvCxnSpPr>
        <p:spPr>
          <a:xfrm>
            <a:off x="3249930" y="248475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6"/>
            </p:custDataLst>
          </p:nvPr>
        </p:nvCxnSpPr>
        <p:spPr>
          <a:xfrm>
            <a:off x="3236595" y="316230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平行四边形 17"/>
          <p:cNvSpPr/>
          <p:nvPr/>
        </p:nvSpPr>
        <p:spPr>
          <a:xfrm>
            <a:off x="2674620" y="264350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菱形 18"/>
          <p:cNvSpPr/>
          <p:nvPr/>
        </p:nvSpPr>
        <p:spPr>
          <a:xfrm>
            <a:off x="2524760" y="334327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2929890" y="3430905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en-US" b="0">
                <a:latin typeface="宋体" panose="02010600030101010101" pitchFamily="2" charset="-122"/>
              </a:rPr>
              <a:t>i&lt;n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cxnSp>
        <p:nvCxnSpPr>
          <p:cNvPr id="21" name="肘形连接符 20"/>
          <p:cNvCxnSpPr/>
          <p:nvPr/>
        </p:nvCxnSpPr>
        <p:spPr>
          <a:xfrm rot="10800000" flipH="1">
            <a:off x="2524125" y="1916430"/>
            <a:ext cx="106045" cy="1674495"/>
          </a:xfrm>
          <a:prstGeom prst="bentConnector4">
            <a:avLst>
              <a:gd name="adj1" fmla="val -577844"/>
              <a:gd name="adj2" fmla="val 10034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1516380" y="2539365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en-US" b="0">
                <a:latin typeface="宋体" panose="02010600030101010101" pitchFamily="2" charset="-122"/>
              </a:rPr>
              <a:t>i++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894965" y="268605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cxnSp>
        <p:nvCxnSpPr>
          <p:cNvPr id="26" name="直接箭头连接符 25"/>
          <p:cNvCxnSpPr/>
          <p:nvPr>
            <p:custDataLst>
              <p:tags r:id="rId10"/>
            </p:custDataLst>
          </p:nvPr>
        </p:nvCxnSpPr>
        <p:spPr>
          <a:xfrm>
            <a:off x="3249930" y="384429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椭圆 43"/>
          <p:cNvSpPr/>
          <p:nvPr>
            <p:custDataLst>
              <p:tags r:id="rId11"/>
            </p:custDataLst>
          </p:nvPr>
        </p:nvSpPr>
        <p:spPr>
          <a:xfrm>
            <a:off x="2757805" y="402526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2894965" y="4097655"/>
            <a:ext cx="673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结束</a:t>
            </a:r>
            <a:endParaRPr lang="zh-CN" altLang="en-US"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125970" y="3575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显示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2757805" y="1337310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30525" y="1423035"/>
            <a:ext cx="672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开始</a:t>
            </a:r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1"/>
            </p:custDataLst>
          </p:nvPr>
        </p:nvSpPr>
        <p:spPr>
          <a:xfrm>
            <a:off x="4187825" y="268033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30065" y="2794000"/>
            <a:ext cx="71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结束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2" idx="4"/>
          </p:cNvCxnSpPr>
          <p:nvPr/>
        </p:nvCxnSpPr>
        <p:spPr>
          <a:xfrm>
            <a:off x="3241040" y="191643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4187825" y="3404235"/>
            <a:ext cx="113601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>
            <p:custDataLst>
              <p:tags r:id="rId4"/>
            </p:custDataLst>
          </p:nvPr>
        </p:nvCxnSpPr>
        <p:spPr>
          <a:xfrm>
            <a:off x="3245485" y="184467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>
            <p:custDataLst>
              <p:tags r:id="rId5"/>
            </p:custDataLst>
          </p:nvPr>
        </p:nvCxnSpPr>
        <p:spPr>
          <a:xfrm>
            <a:off x="3249930" y="248475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6"/>
            </p:custDataLst>
          </p:nvPr>
        </p:nvCxnSpPr>
        <p:spPr>
          <a:xfrm>
            <a:off x="3236595" y="316230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菱形 18"/>
          <p:cNvSpPr/>
          <p:nvPr/>
        </p:nvSpPr>
        <p:spPr>
          <a:xfrm>
            <a:off x="2524125" y="268033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4109720" y="3430905"/>
            <a:ext cx="169291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i=C.length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23" name="菱形 22"/>
          <p:cNvSpPr/>
          <p:nvPr>
            <p:custDataLst>
              <p:tags r:id="rId8"/>
            </p:custDataLst>
          </p:nvPr>
        </p:nvSpPr>
        <p:spPr>
          <a:xfrm>
            <a:off x="2524760" y="334327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菱形 23"/>
          <p:cNvSpPr/>
          <p:nvPr>
            <p:custDataLst>
              <p:tags r:id="rId9"/>
            </p:custDataLst>
          </p:nvPr>
        </p:nvSpPr>
        <p:spPr>
          <a:xfrm>
            <a:off x="2560320" y="4064000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平行四边形 24"/>
          <p:cNvSpPr/>
          <p:nvPr>
            <p:custDataLst>
              <p:tags r:id="rId10"/>
            </p:custDataLst>
          </p:nvPr>
        </p:nvSpPr>
        <p:spPr>
          <a:xfrm>
            <a:off x="5596890" y="338137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/>
          <p:nvPr>
            <p:custDataLst>
              <p:tags r:id="rId11"/>
            </p:custDataLst>
          </p:nvPr>
        </p:nvCxnSpPr>
        <p:spPr>
          <a:xfrm>
            <a:off x="3249930" y="384429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>
            <p:custDataLst>
              <p:tags r:id="rId12"/>
            </p:custDataLst>
          </p:nvPr>
        </p:nvCxnSpPr>
        <p:spPr>
          <a:xfrm>
            <a:off x="9355455" y="3609340"/>
            <a:ext cx="2178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5802630" y="3430905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866390" y="3381375"/>
            <a:ext cx="11772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y==1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cxnSp>
        <p:nvCxnSpPr>
          <p:cNvPr id="30" name="直接箭头连接符 29"/>
          <p:cNvCxnSpPr/>
          <p:nvPr>
            <p:custDataLst>
              <p:tags r:id="rId14"/>
            </p:custDataLst>
          </p:nvPr>
        </p:nvCxnSpPr>
        <p:spPr>
          <a:xfrm>
            <a:off x="3957320" y="425894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平行四边形 31"/>
          <p:cNvSpPr/>
          <p:nvPr>
            <p:custDataLst>
              <p:tags r:id="rId15"/>
            </p:custDataLst>
          </p:nvPr>
        </p:nvSpPr>
        <p:spPr>
          <a:xfrm>
            <a:off x="10629265" y="409892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0768965" y="4153535"/>
            <a:ext cx="788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/>
            <a:r>
              <a:rPr lang="zh-CN" altLang="en-US">
                <a:latin typeface="宋体" panose="02010600030101010101" pitchFamily="2" charset="-122"/>
                <a:sym typeface="+mn-ea"/>
              </a:rPr>
              <a:t>输出</a:t>
            </a:r>
            <a:endParaRPr lang="zh-CN" altLang="en-US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6"/>
            </p:custDataLst>
          </p:nvPr>
        </p:nvSpPr>
        <p:spPr>
          <a:xfrm>
            <a:off x="2930525" y="4104005"/>
            <a:ext cx="13061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y==2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cxnSp>
        <p:nvCxnSpPr>
          <p:cNvPr id="35" name="直接箭头连接符 34"/>
          <p:cNvCxnSpPr/>
          <p:nvPr>
            <p:custDataLst>
              <p:tags r:id="rId17"/>
            </p:custDataLst>
          </p:nvPr>
        </p:nvCxnSpPr>
        <p:spPr>
          <a:xfrm flipV="1">
            <a:off x="6748780" y="3620135"/>
            <a:ext cx="19431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>
            <p:custDataLst>
              <p:tags r:id="rId18"/>
            </p:custDataLst>
          </p:nvPr>
        </p:nvCxnSpPr>
        <p:spPr>
          <a:xfrm>
            <a:off x="5653405" y="4307840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>
            <p:custDataLst>
              <p:tags r:id="rId19"/>
            </p:custDataLst>
          </p:nvPr>
        </p:nvCxnSpPr>
        <p:spPr>
          <a:xfrm>
            <a:off x="3992880" y="292417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椭圆 40"/>
          <p:cNvSpPr/>
          <p:nvPr>
            <p:custDataLst>
              <p:tags r:id="rId20"/>
            </p:custDataLst>
          </p:nvPr>
        </p:nvSpPr>
        <p:spPr>
          <a:xfrm>
            <a:off x="10674350" y="4930140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箭头连接符 41"/>
          <p:cNvCxnSpPr/>
          <p:nvPr>
            <p:custDataLst>
              <p:tags r:id="rId21"/>
            </p:custDataLst>
          </p:nvPr>
        </p:nvCxnSpPr>
        <p:spPr>
          <a:xfrm>
            <a:off x="5370830" y="361124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22"/>
            </p:custDataLst>
          </p:nvPr>
        </p:nvSpPr>
        <p:spPr>
          <a:xfrm>
            <a:off x="10842625" y="5035550"/>
            <a:ext cx="71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44" name="椭圆 43"/>
          <p:cNvSpPr/>
          <p:nvPr>
            <p:custDataLst>
              <p:tags r:id="rId23"/>
            </p:custDataLst>
          </p:nvPr>
        </p:nvSpPr>
        <p:spPr>
          <a:xfrm>
            <a:off x="9663430" y="3302000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9860915" y="3404235"/>
            <a:ext cx="673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结束</a:t>
            </a:r>
            <a:endParaRPr lang="zh-CN" altLang="en-US">
              <a:sym typeface="+mn-ea"/>
            </a:endParaRPr>
          </a:p>
        </p:txBody>
      </p:sp>
      <p:sp>
        <p:nvSpPr>
          <p:cNvPr id="4" name="平行四边形 3"/>
          <p:cNvSpPr/>
          <p:nvPr>
            <p:custDataLst>
              <p:tags r:id="rId24"/>
            </p:custDataLst>
          </p:nvPr>
        </p:nvSpPr>
        <p:spPr>
          <a:xfrm>
            <a:off x="2674620" y="201231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5"/>
            </p:custDataLst>
          </p:nvPr>
        </p:nvSpPr>
        <p:spPr>
          <a:xfrm>
            <a:off x="2866390" y="206883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r>
              <a:rPr lang="en-US" altLang="zh-CN" b="0">
                <a:latin typeface="宋体" panose="02010600030101010101" pitchFamily="2" charset="-122"/>
              </a:rPr>
              <a:t>y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6"/>
            </p:custDataLst>
          </p:nvPr>
        </p:nvSpPr>
        <p:spPr>
          <a:xfrm>
            <a:off x="2866390" y="2744470"/>
            <a:ext cx="6731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en-US" b="0">
                <a:latin typeface="宋体" panose="02010600030101010101" pitchFamily="2" charset="-122"/>
              </a:rPr>
              <a:t>y==3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sp>
        <p:nvSpPr>
          <p:cNvPr id="31" name="矩形 30"/>
          <p:cNvSpPr/>
          <p:nvPr>
            <p:custDataLst>
              <p:tags r:id="rId27"/>
            </p:custDataLst>
          </p:nvPr>
        </p:nvSpPr>
        <p:spPr>
          <a:xfrm>
            <a:off x="7095490" y="3404235"/>
            <a:ext cx="221170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28"/>
            </p:custDataLst>
          </p:nvPr>
        </p:nvSpPr>
        <p:spPr>
          <a:xfrm>
            <a:off x="7012305" y="3430905"/>
            <a:ext cx="256095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C.length=C.length+1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36" name="矩形 35"/>
          <p:cNvSpPr/>
          <p:nvPr>
            <p:custDataLst>
              <p:tags r:id="rId29"/>
            </p:custDataLst>
          </p:nvPr>
        </p:nvSpPr>
        <p:spPr>
          <a:xfrm>
            <a:off x="4236720" y="4100195"/>
            <a:ext cx="141668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菱形 37"/>
          <p:cNvSpPr/>
          <p:nvPr>
            <p:custDataLst>
              <p:tags r:id="rId30"/>
            </p:custDataLst>
          </p:nvPr>
        </p:nvSpPr>
        <p:spPr>
          <a:xfrm>
            <a:off x="8827770" y="4064000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31"/>
            </p:custDataLst>
          </p:nvPr>
        </p:nvSpPr>
        <p:spPr>
          <a:xfrm>
            <a:off x="5986145" y="4098925"/>
            <a:ext cx="231076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5986145" y="4118610"/>
            <a:ext cx="248094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C.ctu[i+1]=C.ctu[i]</a:t>
            </a:r>
            <a:endParaRPr lang="en-US" b="0">
              <a:latin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32"/>
            </p:custDataLst>
          </p:nvPr>
        </p:nvSpPr>
        <p:spPr>
          <a:xfrm>
            <a:off x="4187825" y="4118610"/>
            <a:ext cx="256095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i=C.length-1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33"/>
            </p:custDataLst>
          </p:nvPr>
        </p:nvSpPr>
        <p:spPr>
          <a:xfrm>
            <a:off x="9028430" y="4154805"/>
            <a:ext cx="248094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i&gt;=loc-1</a:t>
            </a:r>
            <a:endParaRPr lang="en-US" b="0">
              <a:latin typeface="宋体" panose="02010600030101010101" pitchFamily="2" charset="-122"/>
            </a:endParaRPr>
          </a:p>
        </p:txBody>
      </p:sp>
      <p:cxnSp>
        <p:nvCxnSpPr>
          <p:cNvPr id="50" name="直接箭头连接符 49"/>
          <p:cNvCxnSpPr/>
          <p:nvPr>
            <p:custDataLst>
              <p:tags r:id="rId34"/>
            </p:custDataLst>
          </p:nvPr>
        </p:nvCxnSpPr>
        <p:spPr>
          <a:xfrm flipV="1">
            <a:off x="8533765" y="4298315"/>
            <a:ext cx="19431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>
            <p:custDataLst>
              <p:tags r:id="rId35"/>
            </p:custDataLst>
          </p:nvPr>
        </p:nvCxnSpPr>
        <p:spPr>
          <a:xfrm flipV="1">
            <a:off x="10380980" y="4307205"/>
            <a:ext cx="19431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>
            <p:custDataLst>
              <p:tags r:id="rId36"/>
            </p:custDataLst>
          </p:nvPr>
        </p:nvCxnSpPr>
        <p:spPr>
          <a:xfrm>
            <a:off x="11151235" y="4637405"/>
            <a:ext cx="6350" cy="210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肘形连接符 53"/>
          <p:cNvCxnSpPr/>
          <p:nvPr/>
        </p:nvCxnSpPr>
        <p:spPr>
          <a:xfrm rot="5400000" flipH="1">
            <a:off x="7226300" y="2242185"/>
            <a:ext cx="37465" cy="4598670"/>
          </a:xfrm>
          <a:prstGeom prst="bentConnector3">
            <a:avLst>
              <a:gd name="adj1" fmla="val -187881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矩形 55"/>
          <p:cNvSpPr/>
          <p:nvPr>
            <p:custDataLst>
              <p:tags r:id="rId37"/>
            </p:custDataLst>
          </p:nvPr>
        </p:nvSpPr>
        <p:spPr>
          <a:xfrm>
            <a:off x="6102985" y="5035550"/>
            <a:ext cx="141668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38"/>
            </p:custDataLst>
          </p:nvPr>
        </p:nvSpPr>
        <p:spPr>
          <a:xfrm>
            <a:off x="6445885" y="5090160"/>
            <a:ext cx="169291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i--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584190" y="8223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添加</a:t>
            </a:r>
            <a:endParaRPr lang="zh-CN" altLang="en-US"/>
          </a:p>
        </p:txBody>
      </p:sp>
    </p:spTree>
    <p:custDataLst>
      <p:tags r:id="rId3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280160" y="260350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52880" y="365760"/>
            <a:ext cx="672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开始</a:t>
            </a:r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1"/>
            </p:custDataLst>
          </p:nvPr>
        </p:nvSpPr>
        <p:spPr>
          <a:xfrm>
            <a:off x="2759075" y="368617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901315" y="3799840"/>
            <a:ext cx="71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结束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2" idx="4"/>
          </p:cNvCxnSpPr>
          <p:nvPr/>
        </p:nvCxnSpPr>
        <p:spPr>
          <a:xfrm>
            <a:off x="1763395" y="83947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>
            <p:custDataLst>
              <p:tags r:id="rId3"/>
            </p:custDataLst>
          </p:nvPr>
        </p:nvCxnSpPr>
        <p:spPr>
          <a:xfrm>
            <a:off x="1767840" y="165290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>
            <p:custDataLst>
              <p:tags r:id="rId4"/>
            </p:custDataLst>
          </p:nvPr>
        </p:nvCxnSpPr>
        <p:spPr>
          <a:xfrm>
            <a:off x="1821180" y="349059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5"/>
            </p:custDataLst>
          </p:nvPr>
        </p:nvCxnSpPr>
        <p:spPr>
          <a:xfrm>
            <a:off x="1807845" y="416814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菱形 18"/>
          <p:cNvSpPr/>
          <p:nvPr/>
        </p:nvSpPr>
        <p:spPr>
          <a:xfrm>
            <a:off x="1095375" y="368617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菱形 22"/>
          <p:cNvSpPr/>
          <p:nvPr>
            <p:custDataLst>
              <p:tags r:id="rId6"/>
            </p:custDataLst>
          </p:nvPr>
        </p:nvSpPr>
        <p:spPr>
          <a:xfrm>
            <a:off x="1096010" y="4349115"/>
            <a:ext cx="2520315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平行四边形 24"/>
          <p:cNvSpPr/>
          <p:nvPr>
            <p:custDataLst>
              <p:tags r:id="rId7"/>
            </p:custDataLst>
          </p:nvPr>
        </p:nvSpPr>
        <p:spPr>
          <a:xfrm>
            <a:off x="4264025" y="3999230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4505960" y="408432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96975" y="4410075"/>
            <a:ext cx="252793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y==1/y==</a:t>
            </a:r>
            <a:r>
              <a:rPr lang="en-US" altLang="zh-CN" b="0">
                <a:latin typeface="宋体" panose="02010600030101010101" pitchFamily="2" charset="-122"/>
              </a:rPr>
              <a:t>2/y==3/y==4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32" name="平行四边形 31"/>
          <p:cNvSpPr/>
          <p:nvPr>
            <p:custDataLst>
              <p:tags r:id="rId9"/>
            </p:custDataLst>
          </p:nvPr>
        </p:nvSpPr>
        <p:spPr>
          <a:xfrm>
            <a:off x="1196975" y="2400300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箭头连接符 36"/>
          <p:cNvCxnSpPr/>
          <p:nvPr>
            <p:custDataLst>
              <p:tags r:id="rId10"/>
            </p:custDataLst>
          </p:nvPr>
        </p:nvCxnSpPr>
        <p:spPr>
          <a:xfrm>
            <a:off x="9422130" y="513270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>
            <p:custDataLst>
              <p:tags r:id="rId11"/>
            </p:custDataLst>
          </p:nvPr>
        </p:nvCxnSpPr>
        <p:spPr>
          <a:xfrm>
            <a:off x="2564130" y="393001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椭圆 40"/>
          <p:cNvSpPr/>
          <p:nvPr>
            <p:custDataLst>
              <p:tags r:id="rId12"/>
            </p:custDataLst>
          </p:nvPr>
        </p:nvSpPr>
        <p:spPr>
          <a:xfrm>
            <a:off x="9736455" y="5651500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13"/>
            </p:custDataLst>
          </p:nvPr>
        </p:nvSpPr>
        <p:spPr>
          <a:xfrm>
            <a:off x="9904730" y="5756910"/>
            <a:ext cx="71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4" name="平行四边形 3"/>
          <p:cNvSpPr/>
          <p:nvPr>
            <p:custDataLst>
              <p:tags r:id="rId14"/>
            </p:custDataLst>
          </p:nvPr>
        </p:nvSpPr>
        <p:spPr>
          <a:xfrm>
            <a:off x="1196975" y="1109980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1323975" y="110998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6"/>
            </p:custDataLst>
          </p:nvPr>
        </p:nvSpPr>
        <p:spPr>
          <a:xfrm>
            <a:off x="1437640" y="3750310"/>
            <a:ext cx="6731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en-US" b="0">
                <a:latin typeface="宋体" panose="02010600030101010101" pitchFamily="2" charset="-122"/>
              </a:rPr>
              <a:t>y==5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sp>
        <p:nvSpPr>
          <p:cNvPr id="36" name="矩形 35"/>
          <p:cNvSpPr/>
          <p:nvPr>
            <p:custDataLst>
              <p:tags r:id="rId17"/>
            </p:custDataLst>
          </p:nvPr>
        </p:nvSpPr>
        <p:spPr>
          <a:xfrm>
            <a:off x="3856355" y="4991100"/>
            <a:ext cx="427990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菱形 37"/>
          <p:cNvSpPr/>
          <p:nvPr>
            <p:custDataLst>
              <p:tags r:id="rId18"/>
            </p:custDataLst>
          </p:nvPr>
        </p:nvSpPr>
        <p:spPr>
          <a:xfrm>
            <a:off x="10719435" y="490029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19"/>
            </p:custDataLst>
          </p:nvPr>
        </p:nvSpPr>
        <p:spPr>
          <a:xfrm>
            <a:off x="9754870" y="4923790"/>
            <a:ext cx="87058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9754870" y="4960620"/>
            <a:ext cx="9251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flag=1</a:t>
            </a:r>
            <a:endParaRPr lang="en-US" b="0">
              <a:latin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3794125" y="4978400"/>
            <a:ext cx="55308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i=0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10864850" y="4991100"/>
            <a:ext cx="14859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i&lt;=C.length</a:t>
            </a:r>
            <a:endParaRPr lang="en-US" b="0">
              <a:latin typeface="宋体" panose="02010600030101010101" pitchFamily="2" charset="-122"/>
            </a:endParaRPr>
          </a:p>
        </p:txBody>
      </p:sp>
      <p:cxnSp>
        <p:nvCxnSpPr>
          <p:cNvPr id="50" name="直接箭头连接符 49"/>
          <p:cNvCxnSpPr/>
          <p:nvPr>
            <p:custDataLst>
              <p:tags r:id="rId22"/>
            </p:custDataLst>
          </p:nvPr>
        </p:nvCxnSpPr>
        <p:spPr>
          <a:xfrm flipV="1">
            <a:off x="10425430" y="5134610"/>
            <a:ext cx="19431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>
            <p:custDataLst>
              <p:tags r:id="rId23"/>
            </p:custDataLst>
          </p:nvPr>
        </p:nvCxnSpPr>
        <p:spPr>
          <a:xfrm>
            <a:off x="10213340" y="5358765"/>
            <a:ext cx="6350" cy="210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矩形 55"/>
          <p:cNvSpPr/>
          <p:nvPr>
            <p:custDataLst>
              <p:tags r:id="rId24"/>
            </p:custDataLst>
          </p:nvPr>
        </p:nvSpPr>
        <p:spPr>
          <a:xfrm>
            <a:off x="6640195" y="6343015"/>
            <a:ext cx="141668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25"/>
            </p:custDataLst>
          </p:nvPr>
        </p:nvSpPr>
        <p:spPr>
          <a:xfrm>
            <a:off x="6983095" y="6397625"/>
            <a:ext cx="169291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i++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992880" y="7416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查找</a:t>
            </a:r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26"/>
            </p:custDataLst>
          </p:nvPr>
        </p:nvSpPr>
        <p:spPr>
          <a:xfrm>
            <a:off x="855980" y="1829435"/>
            <a:ext cx="221170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082675" y="1829435"/>
            <a:ext cx="1758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system("cls")</a:t>
            </a:r>
            <a:endParaRPr lang="zh-CN" altLang="en-US"/>
          </a:p>
        </p:txBody>
      </p:sp>
      <p:sp>
        <p:nvSpPr>
          <p:cNvPr id="21" name="平行四边形 20"/>
          <p:cNvSpPr/>
          <p:nvPr>
            <p:custDataLst>
              <p:tags r:id="rId27"/>
            </p:custDataLst>
          </p:nvPr>
        </p:nvSpPr>
        <p:spPr>
          <a:xfrm>
            <a:off x="1196975" y="303720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平行四边形 21"/>
          <p:cNvSpPr/>
          <p:nvPr>
            <p:custDataLst>
              <p:tags r:id="rId28"/>
            </p:custDataLst>
          </p:nvPr>
        </p:nvSpPr>
        <p:spPr>
          <a:xfrm>
            <a:off x="8279765" y="4947920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29"/>
            </p:custDataLst>
          </p:nvPr>
        </p:nvSpPr>
        <p:spPr>
          <a:xfrm>
            <a:off x="1323975" y="307975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输入</a:t>
            </a:r>
            <a:r>
              <a:rPr lang="en-US" altLang="zh-CN" b="0">
                <a:latin typeface="宋体" panose="02010600030101010101" pitchFamily="2" charset="-122"/>
              </a:rPr>
              <a:t>y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30"/>
            </p:custDataLst>
          </p:nvPr>
        </p:nvSpPr>
        <p:spPr>
          <a:xfrm>
            <a:off x="1323975" y="2442845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58" name="平行四边形 57"/>
          <p:cNvSpPr/>
          <p:nvPr>
            <p:custDataLst>
              <p:tags r:id="rId31"/>
            </p:custDataLst>
          </p:nvPr>
        </p:nvSpPr>
        <p:spPr>
          <a:xfrm>
            <a:off x="5548630" y="3999230"/>
            <a:ext cx="1963420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32"/>
            </p:custDataLst>
          </p:nvPr>
        </p:nvSpPr>
        <p:spPr>
          <a:xfrm>
            <a:off x="5659120" y="4041775"/>
            <a:ext cx="193548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输入</a:t>
            </a:r>
            <a:r>
              <a:rPr lang="en-US" altLang="zh-CN" b="0">
                <a:latin typeface="宋体" panose="02010600030101010101" pitchFamily="2" charset="-122"/>
              </a:rPr>
              <a:t>c1/c2/c3/c4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60" name="平行四边形 59"/>
          <p:cNvSpPr/>
          <p:nvPr>
            <p:custDataLst>
              <p:tags r:id="rId33"/>
            </p:custDataLst>
          </p:nvPr>
        </p:nvSpPr>
        <p:spPr>
          <a:xfrm>
            <a:off x="7701280" y="3999230"/>
            <a:ext cx="792480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>
            <p:custDataLst>
              <p:tags r:id="rId34"/>
            </p:custDataLst>
          </p:nvPr>
        </p:nvSpPr>
        <p:spPr>
          <a:xfrm>
            <a:off x="7800340" y="4041775"/>
            <a:ext cx="69405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63" name="矩形 62"/>
          <p:cNvSpPr/>
          <p:nvPr>
            <p:custDataLst>
              <p:tags r:id="rId35"/>
            </p:custDataLst>
          </p:nvPr>
        </p:nvSpPr>
        <p:spPr>
          <a:xfrm>
            <a:off x="8654415" y="4041775"/>
            <a:ext cx="99123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>
            <p:custDataLst>
              <p:tags r:id="rId36"/>
            </p:custDataLst>
          </p:nvPr>
        </p:nvSpPr>
        <p:spPr>
          <a:xfrm>
            <a:off x="8702040" y="4096385"/>
            <a:ext cx="131318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flag=0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494395" y="4978400"/>
            <a:ext cx="788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/>
            <a:r>
              <a:rPr lang="zh-CN" altLang="en-US">
                <a:latin typeface="宋体" panose="02010600030101010101" pitchFamily="2" charset="-122"/>
                <a:sym typeface="+mn-ea"/>
              </a:rPr>
              <a:t>输出</a:t>
            </a:r>
            <a:endParaRPr lang="zh-CN" altLang="en-US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4" name="菱形 63"/>
          <p:cNvSpPr/>
          <p:nvPr>
            <p:custDataLst>
              <p:tags r:id="rId37"/>
            </p:custDataLst>
          </p:nvPr>
        </p:nvSpPr>
        <p:spPr>
          <a:xfrm>
            <a:off x="4662805" y="4960620"/>
            <a:ext cx="3039745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38"/>
            </p:custDataLst>
          </p:nvPr>
        </p:nvSpPr>
        <p:spPr>
          <a:xfrm>
            <a:off x="4662805" y="5033010"/>
            <a:ext cx="320230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strcmp(c1,C.ctu[i].num)==0</a:t>
            </a:r>
            <a:endParaRPr lang="en-US" b="0">
              <a:latin typeface="宋体" panose="02010600030101010101" pitchFamily="2" charset="-122"/>
            </a:endParaRPr>
          </a:p>
        </p:txBody>
      </p:sp>
      <p:cxnSp>
        <p:nvCxnSpPr>
          <p:cNvPr id="67" name="肘形连接符 66"/>
          <p:cNvCxnSpPr>
            <a:stCxn id="47" idx="2"/>
            <a:endCxn id="36" idx="2"/>
          </p:cNvCxnSpPr>
          <p:nvPr/>
        </p:nvCxnSpPr>
        <p:spPr>
          <a:xfrm rot="5400000">
            <a:off x="7811770" y="1617980"/>
            <a:ext cx="54610" cy="7537450"/>
          </a:xfrm>
          <a:prstGeom prst="bentConnector3">
            <a:avLst>
              <a:gd name="adj1" fmla="val 208720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>
            <p:custDataLst>
              <p:tags r:id="rId39"/>
            </p:custDataLst>
          </p:nvPr>
        </p:nvCxnSpPr>
        <p:spPr>
          <a:xfrm>
            <a:off x="3856355" y="440118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>
            <p:custDataLst>
              <p:tags r:id="rId40"/>
            </p:custDataLst>
          </p:nvPr>
        </p:nvCxnSpPr>
        <p:spPr>
          <a:xfrm>
            <a:off x="5353685" y="418274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>
            <p:custDataLst>
              <p:tags r:id="rId41"/>
            </p:custDataLst>
          </p:nvPr>
        </p:nvCxnSpPr>
        <p:spPr>
          <a:xfrm>
            <a:off x="7506335" y="419163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>
            <p:custDataLst>
              <p:tags r:id="rId42"/>
            </p:custDataLst>
          </p:nvPr>
        </p:nvCxnSpPr>
        <p:spPr>
          <a:xfrm>
            <a:off x="8398510" y="425640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>
            <p:custDataLst>
              <p:tags r:id="rId43"/>
            </p:custDataLst>
          </p:nvPr>
        </p:nvCxnSpPr>
        <p:spPr>
          <a:xfrm flipH="1">
            <a:off x="4412615" y="4553585"/>
            <a:ext cx="4686300" cy="382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>
            <p:custDataLst>
              <p:tags r:id="rId44"/>
            </p:custDataLst>
          </p:nvPr>
        </p:nvCxnSpPr>
        <p:spPr>
          <a:xfrm>
            <a:off x="4412615" y="521271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>
            <p:custDataLst>
              <p:tags r:id="rId45"/>
            </p:custDataLst>
          </p:nvPr>
        </p:nvCxnSpPr>
        <p:spPr>
          <a:xfrm>
            <a:off x="7861935" y="522160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>
            <p:custDataLst>
              <p:tags r:id="rId46"/>
            </p:custDataLst>
          </p:nvPr>
        </p:nvCxnSpPr>
        <p:spPr>
          <a:xfrm>
            <a:off x="10581640" y="513270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280160" y="260350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52880" y="365760"/>
            <a:ext cx="672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开始</a:t>
            </a:r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1"/>
            </p:custDataLst>
          </p:nvPr>
        </p:nvSpPr>
        <p:spPr>
          <a:xfrm>
            <a:off x="2759075" y="368617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901315" y="3799840"/>
            <a:ext cx="71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结束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2" idx="4"/>
          </p:cNvCxnSpPr>
          <p:nvPr/>
        </p:nvCxnSpPr>
        <p:spPr>
          <a:xfrm>
            <a:off x="1763395" y="83947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>
            <p:custDataLst>
              <p:tags r:id="rId3"/>
            </p:custDataLst>
          </p:nvPr>
        </p:nvCxnSpPr>
        <p:spPr>
          <a:xfrm>
            <a:off x="2527935" y="2073275"/>
            <a:ext cx="187325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4"/>
            </p:custDataLst>
          </p:nvPr>
        </p:nvCxnSpPr>
        <p:spPr>
          <a:xfrm>
            <a:off x="1807845" y="416814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菱形 18"/>
          <p:cNvSpPr/>
          <p:nvPr/>
        </p:nvSpPr>
        <p:spPr>
          <a:xfrm>
            <a:off x="1095375" y="368617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菱形 22"/>
          <p:cNvSpPr/>
          <p:nvPr>
            <p:custDataLst>
              <p:tags r:id="rId5"/>
            </p:custDataLst>
          </p:nvPr>
        </p:nvSpPr>
        <p:spPr>
          <a:xfrm>
            <a:off x="1096010" y="4349115"/>
            <a:ext cx="2520315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平行四边形 24"/>
          <p:cNvSpPr/>
          <p:nvPr>
            <p:custDataLst>
              <p:tags r:id="rId6"/>
            </p:custDataLst>
          </p:nvPr>
        </p:nvSpPr>
        <p:spPr>
          <a:xfrm>
            <a:off x="4264025" y="3999230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4505960" y="408432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96975" y="4410075"/>
            <a:ext cx="252793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y==1/y==</a:t>
            </a:r>
            <a:r>
              <a:rPr lang="en-US" altLang="zh-CN" b="0">
                <a:latin typeface="宋体" panose="02010600030101010101" pitchFamily="2" charset="-122"/>
              </a:rPr>
              <a:t>2/y==3/y==4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32" name="平行四边形 31"/>
          <p:cNvSpPr/>
          <p:nvPr>
            <p:custDataLst>
              <p:tags r:id="rId8"/>
            </p:custDataLst>
          </p:nvPr>
        </p:nvSpPr>
        <p:spPr>
          <a:xfrm>
            <a:off x="1153160" y="242887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箭头连接符 39"/>
          <p:cNvCxnSpPr/>
          <p:nvPr>
            <p:custDataLst>
              <p:tags r:id="rId9"/>
            </p:custDataLst>
          </p:nvPr>
        </p:nvCxnSpPr>
        <p:spPr>
          <a:xfrm>
            <a:off x="2564130" y="393001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椭圆 40"/>
          <p:cNvSpPr/>
          <p:nvPr>
            <p:custDataLst>
              <p:tags r:id="rId10"/>
            </p:custDataLst>
          </p:nvPr>
        </p:nvSpPr>
        <p:spPr>
          <a:xfrm>
            <a:off x="7842250" y="402145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11"/>
            </p:custDataLst>
          </p:nvPr>
        </p:nvSpPr>
        <p:spPr>
          <a:xfrm>
            <a:off x="8010525" y="4126865"/>
            <a:ext cx="71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4" name="平行四边形 3"/>
          <p:cNvSpPr/>
          <p:nvPr>
            <p:custDataLst>
              <p:tags r:id="rId12"/>
            </p:custDataLst>
          </p:nvPr>
        </p:nvSpPr>
        <p:spPr>
          <a:xfrm>
            <a:off x="1196975" y="1109980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3"/>
            </p:custDataLst>
          </p:nvPr>
        </p:nvSpPr>
        <p:spPr>
          <a:xfrm>
            <a:off x="1323975" y="110998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1437640" y="3750310"/>
            <a:ext cx="6731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en-US" b="0">
                <a:latin typeface="宋体" panose="02010600030101010101" pitchFamily="2" charset="-122"/>
              </a:rPr>
              <a:t>y==5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992880" y="7416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修改</a:t>
            </a:r>
            <a:endParaRPr lang="zh-CN" altLang="en-US"/>
          </a:p>
        </p:txBody>
      </p:sp>
      <p:sp>
        <p:nvSpPr>
          <p:cNvPr id="21" name="平行四边形 20"/>
          <p:cNvSpPr/>
          <p:nvPr>
            <p:custDataLst>
              <p:tags r:id="rId15"/>
            </p:custDataLst>
          </p:nvPr>
        </p:nvSpPr>
        <p:spPr>
          <a:xfrm>
            <a:off x="1196975" y="184975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16"/>
            </p:custDataLst>
          </p:nvPr>
        </p:nvSpPr>
        <p:spPr>
          <a:xfrm>
            <a:off x="1323975" y="189230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输入</a:t>
            </a:r>
            <a:r>
              <a:rPr lang="en-US" altLang="zh-CN" b="0">
                <a:latin typeface="宋体" panose="02010600030101010101" pitchFamily="2" charset="-122"/>
              </a:rPr>
              <a:t>ch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17"/>
            </p:custDataLst>
          </p:nvPr>
        </p:nvSpPr>
        <p:spPr>
          <a:xfrm>
            <a:off x="1280160" y="247142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58" name="平行四边形 57"/>
          <p:cNvSpPr/>
          <p:nvPr>
            <p:custDataLst>
              <p:tags r:id="rId18"/>
            </p:custDataLst>
          </p:nvPr>
        </p:nvSpPr>
        <p:spPr>
          <a:xfrm>
            <a:off x="5548630" y="3999230"/>
            <a:ext cx="838200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19"/>
            </p:custDataLst>
          </p:nvPr>
        </p:nvSpPr>
        <p:spPr>
          <a:xfrm>
            <a:off x="5659120" y="4041775"/>
            <a:ext cx="76771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输入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60" name="平行四边形 59"/>
          <p:cNvSpPr/>
          <p:nvPr>
            <p:custDataLst>
              <p:tags r:id="rId20"/>
            </p:custDataLst>
          </p:nvPr>
        </p:nvSpPr>
        <p:spPr>
          <a:xfrm>
            <a:off x="6635115" y="4041775"/>
            <a:ext cx="792480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>
            <p:custDataLst>
              <p:tags r:id="rId21"/>
            </p:custDataLst>
          </p:nvPr>
        </p:nvSpPr>
        <p:spPr>
          <a:xfrm>
            <a:off x="6734175" y="4084320"/>
            <a:ext cx="69405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cxnSp>
        <p:nvCxnSpPr>
          <p:cNvPr id="68" name="直接箭头连接符 67"/>
          <p:cNvCxnSpPr/>
          <p:nvPr>
            <p:custDataLst>
              <p:tags r:id="rId22"/>
            </p:custDataLst>
          </p:nvPr>
        </p:nvCxnSpPr>
        <p:spPr>
          <a:xfrm>
            <a:off x="3856355" y="440118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>
            <p:custDataLst>
              <p:tags r:id="rId23"/>
            </p:custDataLst>
          </p:nvPr>
        </p:nvCxnSpPr>
        <p:spPr>
          <a:xfrm>
            <a:off x="5353685" y="418274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>
            <p:custDataLst>
              <p:tags r:id="rId24"/>
            </p:custDataLst>
          </p:nvPr>
        </p:nvCxnSpPr>
        <p:spPr>
          <a:xfrm>
            <a:off x="6440170" y="4234180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>
            <p:custDataLst>
              <p:tags r:id="rId25"/>
            </p:custDataLst>
          </p:nvPr>
        </p:nvCxnSpPr>
        <p:spPr>
          <a:xfrm>
            <a:off x="7594600" y="4335780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26"/>
            </p:custDataLst>
          </p:nvPr>
        </p:nvCxnSpPr>
        <p:spPr>
          <a:xfrm flipH="1">
            <a:off x="1712595" y="1645285"/>
            <a:ext cx="3810" cy="144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27"/>
            </p:custDataLst>
          </p:nvPr>
        </p:nvCxnSpPr>
        <p:spPr>
          <a:xfrm flipV="1">
            <a:off x="8265795" y="1573530"/>
            <a:ext cx="5715" cy="1790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矩形 19"/>
          <p:cNvSpPr/>
          <p:nvPr>
            <p:custDataLst>
              <p:tags r:id="rId28"/>
            </p:custDataLst>
          </p:nvPr>
        </p:nvSpPr>
        <p:spPr>
          <a:xfrm>
            <a:off x="3227705" y="1862455"/>
            <a:ext cx="427990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菱形 23"/>
          <p:cNvSpPr/>
          <p:nvPr>
            <p:custDataLst>
              <p:tags r:id="rId29"/>
            </p:custDataLst>
          </p:nvPr>
        </p:nvSpPr>
        <p:spPr>
          <a:xfrm>
            <a:off x="8992870" y="177609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0"/>
            </p:custDataLst>
          </p:nvPr>
        </p:nvSpPr>
        <p:spPr>
          <a:xfrm>
            <a:off x="3165475" y="1849755"/>
            <a:ext cx="55308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i=0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1"/>
            </p:custDataLst>
          </p:nvPr>
        </p:nvSpPr>
        <p:spPr>
          <a:xfrm>
            <a:off x="9138285" y="1866900"/>
            <a:ext cx="14859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i&lt;=C.length</a:t>
            </a:r>
            <a:endParaRPr lang="en-US" b="0">
              <a:latin typeface="宋体" panose="02010600030101010101" pitchFamily="2" charset="-122"/>
            </a:endParaRPr>
          </a:p>
        </p:txBody>
      </p:sp>
      <p:sp>
        <p:nvSpPr>
          <p:cNvPr id="42" name="矩形 41"/>
          <p:cNvSpPr/>
          <p:nvPr>
            <p:custDataLst>
              <p:tags r:id="rId32"/>
            </p:custDataLst>
          </p:nvPr>
        </p:nvSpPr>
        <p:spPr>
          <a:xfrm>
            <a:off x="5548630" y="2471420"/>
            <a:ext cx="141668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33"/>
            </p:custDataLst>
          </p:nvPr>
        </p:nvSpPr>
        <p:spPr>
          <a:xfrm>
            <a:off x="5901690" y="2471420"/>
            <a:ext cx="169291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i++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45" name="平行四边形 44"/>
          <p:cNvSpPr/>
          <p:nvPr>
            <p:custDataLst>
              <p:tags r:id="rId34"/>
            </p:custDataLst>
          </p:nvPr>
        </p:nvSpPr>
        <p:spPr>
          <a:xfrm>
            <a:off x="7651115" y="181927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35"/>
            </p:custDataLst>
          </p:nvPr>
        </p:nvSpPr>
        <p:spPr>
          <a:xfrm>
            <a:off x="7865745" y="1849755"/>
            <a:ext cx="788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/>
            <a:r>
              <a:rPr lang="zh-CN" altLang="en-US">
                <a:latin typeface="宋体" panose="02010600030101010101" pitchFamily="2" charset="-122"/>
                <a:sym typeface="+mn-ea"/>
              </a:rPr>
              <a:t>输出</a:t>
            </a:r>
            <a:endParaRPr lang="zh-CN" altLang="en-US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4" name="菱形 53"/>
          <p:cNvSpPr/>
          <p:nvPr>
            <p:custDataLst>
              <p:tags r:id="rId36"/>
            </p:custDataLst>
          </p:nvPr>
        </p:nvSpPr>
        <p:spPr>
          <a:xfrm>
            <a:off x="4034155" y="1831975"/>
            <a:ext cx="3039745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>
            <p:custDataLst>
              <p:tags r:id="rId37"/>
            </p:custDataLst>
          </p:nvPr>
        </p:nvSpPr>
        <p:spPr>
          <a:xfrm>
            <a:off x="4034155" y="1904365"/>
            <a:ext cx="320230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strcmp(c1,C.ctu[i].num)==0</a:t>
            </a:r>
            <a:endParaRPr lang="en-US" b="0">
              <a:latin typeface="宋体" panose="02010600030101010101" pitchFamily="2" charset="-122"/>
            </a:endParaRPr>
          </a:p>
        </p:txBody>
      </p:sp>
      <p:cxnSp>
        <p:nvCxnSpPr>
          <p:cNvPr id="65" name="肘形连接符 64"/>
          <p:cNvCxnSpPr>
            <a:stCxn id="31" idx="2"/>
            <a:endCxn id="20" idx="2"/>
          </p:cNvCxnSpPr>
          <p:nvPr>
            <p:custDataLst>
              <p:tags r:id="rId38"/>
            </p:custDataLst>
          </p:nvPr>
        </p:nvCxnSpPr>
        <p:spPr>
          <a:xfrm rot="5400000">
            <a:off x="6636385" y="-959485"/>
            <a:ext cx="50165" cy="6439535"/>
          </a:xfrm>
          <a:prstGeom prst="bentConnector3">
            <a:avLst>
              <a:gd name="adj1" fmla="val 85822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>
            <p:custDataLst>
              <p:tags r:id="rId39"/>
            </p:custDataLst>
          </p:nvPr>
        </p:nvCxnSpPr>
        <p:spPr>
          <a:xfrm>
            <a:off x="3783965" y="2084070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>
            <p:custDataLst>
              <p:tags r:id="rId40"/>
            </p:custDataLst>
          </p:nvPr>
        </p:nvCxnSpPr>
        <p:spPr>
          <a:xfrm>
            <a:off x="7233285" y="2092960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>
            <p:custDataLst>
              <p:tags r:id="rId41"/>
            </p:custDataLst>
          </p:nvPr>
        </p:nvCxnSpPr>
        <p:spPr>
          <a:xfrm>
            <a:off x="8855075" y="200850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矩形 78"/>
          <p:cNvSpPr/>
          <p:nvPr>
            <p:custDataLst>
              <p:tags r:id="rId42"/>
            </p:custDataLst>
          </p:nvPr>
        </p:nvSpPr>
        <p:spPr>
          <a:xfrm>
            <a:off x="7722870" y="1109980"/>
            <a:ext cx="87058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>
            <p:custDataLst>
              <p:tags r:id="rId43"/>
            </p:custDataLst>
          </p:nvPr>
        </p:nvSpPr>
        <p:spPr>
          <a:xfrm>
            <a:off x="7800340" y="1109980"/>
            <a:ext cx="9251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break</a:t>
            </a:r>
            <a:endParaRPr lang="en-US" b="0">
              <a:latin typeface="宋体" panose="02010600030101010101" pitchFamily="2" charset="-122"/>
            </a:endParaRPr>
          </a:p>
        </p:txBody>
      </p:sp>
      <p:sp>
        <p:nvSpPr>
          <p:cNvPr id="85" name="平行四边形 84"/>
          <p:cNvSpPr/>
          <p:nvPr>
            <p:custDataLst>
              <p:tags r:id="rId44"/>
            </p:custDataLst>
          </p:nvPr>
        </p:nvSpPr>
        <p:spPr>
          <a:xfrm>
            <a:off x="1153160" y="3055620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>
            <p:custDataLst>
              <p:tags r:id="rId45"/>
            </p:custDataLst>
          </p:nvPr>
        </p:nvSpPr>
        <p:spPr>
          <a:xfrm>
            <a:off x="1280160" y="3098165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输入</a:t>
            </a:r>
            <a:r>
              <a:rPr lang="en-US" altLang="zh-CN" b="0">
                <a:latin typeface="宋体" panose="02010600030101010101" pitchFamily="2" charset="-122"/>
              </a:rPr>
              <a:t>y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cxnSp>
        <p:nvCxnSpPr>
          <p:cNvPr id="87" name="直接箭头连接符 86"/>
          <p:cNvCxnSpPr/>
          <p:nvPr>
            <p:custDataLst>
              <p:tags r:id="rId46"/>
            </p:custDataLst>
          </p:nvPr>
        </p:nvCxnSpPr>
        <p:spPr>
          <a:xfrm flipH="1">
            <a:off x="1708785" y="2303145"/>
            <a:ext cx="3810" cy="144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>
            <p:custDataLst>
              <p:tags r:id="rId47"/>
            </p:custDataLst>
          </p:nvPr>
        </p:nvCxnSpPr>
        <p:spPr>
          <a:xfrm flipH="1">
            <a:off x="1708785" y="2894330"/>
            <a:ext cx="3810" cy="144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2757805" y="1337310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30525" y="1423035"/>
            <a:ext cx="672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开始</a:t>
            </a:r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1"/>
            </p:custDataLst>
          </p:nvPr>
        </p:nvSpPr>
        <p:spPr>
          <a:xfrm>
            <a:off x="11095990" y="2583180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1221085" y="2661285"/>
            <a:ext cx="71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结束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2" idx="4"/>
          </p:cNvCxnSpPr>
          <p:nvPr/>
        </p:nvCxnSpPr>
        <p:spPr>
          <a:xfrm>
            <a:off x="3241040" y="191643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>
            <p:custDataLst>
              <p:tags r:id="rId3"/>
            </p:custDataLst>
          </p:nvPr>
        </p:nvCxnSpPr>
        <p:spPr>
          <a:xfrm>
            <a:off x="3245485" y="184467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>
            <p:custDataLst>
              <p:tags r:id="rId4"/>
            </p:custDataLst>
          </p:nvPr>
        </p:nvCxnSpPr>
        <p:spPr>
          <a:xfrm>
            <a:off x="3249930" y="248475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5"/>
            </p:custDataLst>
          </p:nvPr>
        </p:nvCxnSpPr>
        <p:spPr>
          <a:xfrm>
            <a:off x="3236595" y="316230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菱形 18"/>
          <p:cNvSpPr/>
          <p:nvPr/>
        </p:nvSpPr>
        <p:spPr>
          <a:xfrm>
            <a:off x="4291965" y="2661285"/>
            <a:ext cx="368300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菱形 22"/>
          <p:cNvSpPr/>
          <p:nvPr>
            <p:custDataLst>
              <p:tags r:id="rId6"/>
            </p:custDataLst>
          </p:nvPr>
        </p:nvSpPr>
        <p:spPr>
          <a:xfrm>
            <a:off x="2502535" y="402653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菱形 23"/>
          <p:cNvSpPr/>
          <p:nvPr>
            <p:custDataLst>
              <p:tags r:id="rId7"/>
            </p:custDataLst>
          </p:nvPr>
        </p:nvSpPr>
        <p:spPr>
          <a:xfrm>
            <a:off x="2524760" y="2665730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/>
          <p:nvPr>
            <p:custDataLst>
              <p:tags r:id="rId8"/>
            </p:custDataLst>
          </p:nvPr>
        </p:nvCxnSpPr>
        <p:spPr>
          <a:xfrm>
            <a:off x="3249930" y="384429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2866390" y="4064000"/>
            <a:ext cx="11772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y==1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cxnSp>
        <p:nvCxnSpPr>
          <p:cNvPr id="30" name="直接箭头连接符 29"/>
          <p:cNvCxnSpPr/>
          <p:nvPr>
            <p:custDataLst>
              <p:tags r:id="rId9"/>
            </p:custDataLst>
          </p:nvPr>
        </p:nvCxnSpPr>
        <p:spPr>
          <a:xfrm>
            <a:off x="3957320" y="425894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平行四边形 31"/>
          <p:cNvSpPr/>
          <p:nvPr>
            <p:custDataLst>
              <p:tags r:id="rId10"/>
            </p:custDataLst>
          </p:nvPr>
        </p:nvSpPr>
        <p:spPr>
          <a:xfrm>
            <a:off x="10629265" y="409892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0768965" y="4153535"/>
            <a:ext cx="788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/>
            <a:r>
              <a:rPr lang="zh-CN" altLang="en-US">
                <a:latin typeface="宋体" panose="02010600030101010101" pitchFamily="2" charset="-122"/>
                <a:sym typeface="+mn-ea"/>
              </a:rPr>
              <a:t>输出</a:t>
            </a:r>
            <a:endParaRPr lang="zh-CN" altLang="en-US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1"/>
            </p:custDataLst>
          </p:nvPr>
        </p:nvSpPr>
        <p:spPr>
          <a:xfrm>
            <a:off x="2930525" y="2665730"/>
            <a:ext cx="13061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i=0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cxnSp>
        <p:nvCxnSpPr>
          <p:cNvPr id="37" name="直接箭头连接符 36"/>
          <p:cNvCxnSpPr/>
          <p:nvPr>
            <p:custDataLst>
              <p:tags r:id="rId12"/>
            </p:custDataLst>
          </p:nvPr>
        </p:nvCxnSpPr>
        <p:spPr>
          <a:xfrm>
            <a:off x="5653405" y="4307840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>
            <p:custDataLst>
              <p:tags r:id="rId13"/>
            </p:custDataLst>
          </p:nvPr>
        </p:nvCxnSpPr>
        <p:spPr>
          <a:xfrm>
            <a:off x="5565775" y="2851150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椭圆 43"/>
          <p:cNvSpPr/>
          <p:nvPr>
            <p:custDataLst>
              <p:tags r:id="rId14"/>
            </p:custDataLst>
          </p:nvPr>
        </p:nvSpPr>
        <p:spPr>
          <a:xfrm>
            <a:off x="10717530" y="5601970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0884535" y="5707380"/>
            <a:ext cx="673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结束</a:t>
            </a:r>
            <a:endParaRPr lang="zh-CN" altLang="en-US">
              <a:sym typeface="+mn-ea"/>
            </a:endParaRPr>
          </a:p>
        </p:txBody>
      </p:sp>
      <p:sp>
        <p:nvSpPr>
          <p:cNvPr id="4" name="平行四边形 3"/>
          <p:cNvSpPr/>
          <p:nvPr>
            <p:custDataLst>
              <p:tags r:id="rId15"/>
            </p:custDataLst>
          </p:nvPr>
        </p:nvSpPr>
        <p:spPr>
          <a:xfrm>
            <a:off x="2674620" y="201231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6"/>
            </p:custDataLst>
          </p:nvPr>
        </p:nvSpPr>
        <p:spPr>
          <a:xfrm>
            <a:off x="2866390" y="206883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</a:t>
            </a:r>
            <a:r>
              <a:rPr lang="zh-CN" b="0">
                <a:latin typeface="宋体" panose="02010600030101010101" pitchFamily="2" charset="-122"/>
              </a:rPr>
              <a:t>入</a:t>
            </a:r>
            <a:r>
              <a:rPr lang="en-US" altLang="zh-CN" b="0">
                <a:latin typeface="宋体" panose="02010600030101010101" pitchFamily="2" charset="-122"/>
              </a:rPr>
              <a:t>ch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7"/>
            </p:custDataLst>
          </p:nvPr>
        </p:nvSpPr>
        <p:spPr>
          <a:xfrm>
            <a:off x="4525010" y="2750820"/>
            <a:ext cx="361378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en-US" b="0">
                <a:latin typeface="宋体" panose="02010600030101010101" pitchFamily="2" charset="-122"/>
              </a:rPr>
              <a:t>strcmp(ch,C.ctu[i].num)==0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sp>
        <p:nvSpPr>
          <p:cNvPr id="31" name="矩形 30"/>
          <p:cNvSpPr/>
          <p:nvPr>
            <p:custDataLst>
              <p:tags r:id="rId18"/>
            </p:custDataLst>
          </p:nvPr>
        </p:nvSpPr>
        <p:spPr>
          <a:xfrm>
            <a:off x="9850120" y="4885055"/>
            <a:ext cx="221170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9"/>
            </p:custDataLst>
          </p:nvPr>
        </p:nvSpPr>
        <p:spPr>
          <a:xfrm>
            <a:off x="9736455" y="4885055"/>
            <a:ext cx="256095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C.length=C.length-1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36" name="矩形 35"/>
          <p:cNvSpPr/>
          <p:nvPr>
            <p:custDataLst>
              <p:tags r:id="rId20"/>
            </p:custDataLst>
          </p:nvPr>
        </p:nvSpPr>
        <p:spPr>
          <a:xfrm>
            <a:off x="4236720" y="4100195"/>
            <a:ext cx="141668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菱形 37"/>
          <p:cNvSpPr/>
          <p:nvPr>
            <p:custDataLst>
              <p:tags r:id="rId21"/>
            </p:custDataLst>
          </p:nvPr>
        </p:nvSpPr>
        <p:spPr>
          <a:xfrm>
            <a:off x="8827770" y="4064000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22"/>
            </p:custDataLst>
          </p:nvPr>
        </p:nvSpPr>
        <p:spPr>
          <a:xfrm>
            <a:off x="5986145" y="4098925"/>
            <a:ext cx="231076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5986145" y="4118610"/>
            <a:ext cx="248094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>
                <a:latin typeface="宋体" panose="02010600030101010101" pitchFamily="2" charset="-122"/>
                <a:sym typeface="+mn-ea"/>
              </a:rPr>
              <a:t>strcpy</a:t>
            </a:r>
            <a:endParaRPr lang="en-US" b="0">
              <a:latin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23"/>
            </p:custDataLst>
          </p:nvPr>
        </p:nvSpPr>
        <p:spPr>
          <a:xfrm>
            <a:off x="4291965" y="4118610"/>
            <a:ext cx="86614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j=0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cxnSp>
        <p:nvCxnSpPr>
          <p:cNvPr id="50" name="直接箭头连接符 49"/>
          <p:cNvCxnSpPr/>
          <p:nvPr>
            <p:custDataLst>
              <p:tags r:id="rId24"/>
            </p:custDataLst>
          </p:nvPr>
        </p:nvCxnSpPr>
        <p:spPr>
          <a:xfrm flipV="1">
            <a:off x="8533765" y="4298315"/>
            <a:ext cx="19431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>
            <p:custDataLst>
              <p:tags r:id="rId25"/>
            </p:custDataLst>
          </p:nvPr>
        </p:nvCxnSpPr>
        <p:spPr>
          <a:xfrm flipV="1">
            <a:off x="10380980" y="4307205"/>
            <a:ext cx="19431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>
            <p:custDataLst>
              <p:tags r:id="rId26"/>
            </p:custDataLst>
          </p:nvPr>
        </p:nvCxnSpPr>
        <p:spPr>
          <a:xfrm>
            <a:off x="11151235" y="4637405"/>
            <a:ext cx="6350" cy="210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肘形连接符 53"/>
          <p:cNvCxnSpPr>
            <a:stCxn id="38" idx="2"/>
            <a:endCxn id="36" idx="2"/>
          </p:cNvCxnSpPr>
          <p:nvPr/>
        </p:nvCxnSpPr>
        <p:spPr>
          <a:xfrm rot="5400000" flipH="1">
            <a:off x="7226300" y="2242185"/>
            <a:ext cx="37465" cy="4598670"/>
          </a:xfrm>
          <a:prstGeom prst="bentConnector3">
            <a:avLst>
              <a:gd name="adj1" fmla="val -187881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矩形 55"/>
          <p:cNvSpPr/>
          <p:nvPr>
            <p:custDataLst>
              <p:tags r:id="rId27"/>
            </p:custDataLst>
          </p:nvPr>
        </p:nvSpPr>
        <p:spPr>
          <a:xfrm>
            <a:off x="6137275" y="5035550"/>
            <a:ext cx="141668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28"/>
            </p:custDataLst>
          </p:nvPr>
        </p:nvSpPr>
        <p:spPr>
          <a:xfrm>
            <a:off x="8728075" y="4118610"/>
            <a:ext cx="169291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j&lt;=C.length-1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169025" y="864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删除</a:t>
            </a:r>
            <a:endParaRPr lang="zh-CN" altLang="en-US"/>
          </a:p>
        </p:txBody>
      </p:sp>
      <p:sp>
        <p:nvSpPr>
          <p:cNvPr id="15" name="菱形 14"/>
          <p:cNvSpPr/>
          <p:nvPr>
            <p:custDataLst>
              <p:tags r:id="rId29"/>
            </p:custDataLst>
          </p:nvPr>
        </p:nvSpPr>
        <p:spPr>
          <a:xfrm>
            <a:off x="9410065" y="260159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30"/>
            </p:custDataLst>
          </p:nvPr>
        </p:nvSpPr>
        <p:spPr>
          <a:xfrm>
            <a:off x="9629775" y="2665730"/>
            <a:ext cx="133794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i&lt;C.length</a:t>
            </a:r>
            <a:endParaRPr lang="en-US" b="0">
              <a:latin typeface="宋体" panose="02010600030101010101" pitchFamily="2" charset="-122"/>
            </a:endParaRPr>
          </a:p>
        </p:txBody>
      </p:sp>
      <p:sp>
        <p:nvSpPr>
          <p:cNvPr id="22" name="矩形 21"/>
          <p:cNvSpPr/>
          <p:nvPr>
            <p:custDataLst>
              <p:tags r:id="rId31"/>
            </p:custDataLst>
          </p:nvPr>
        </p:nvSpPr>
        <p:spPr>
          <a:xfrm>
            <a:off x="5888355" y="2178685"/>
            <a:ext cx="1416685" cy="4229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32"/>
            </p:custDataLst>
          </p:nvPr>
        </p:nvSpPr>
        <p:spPr>
          <a:xfrm>
            <a:off x="6282055" y="2233930"/>
            <a:ext cx="169291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>
                <a:latin typeface="宋体" panose="02010600030101010101" pitchFamily="2" charset="-122"/>
              </a:rPr>
              <a:t>i--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sp>
        <p:nvSpPr>
          <p:cNvPr id="48" name="平行四边形 47"/>
          <p:cNvSpPr/>
          <p:nvPr>
            <p:custDataLst>
              <p:tags r:id="rId33"/>
            </p:custDataLst>
          </p:nvPr>
        </p:nvSpPr>
        <p:spPr>
          <a:xfrm>
            <a:off x="8138795" y="2665730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34"/>
            </p:custDataLst>
          </p:nvPr>
        </p:nvSpPr>
        <p:spPr>
          <a:xfrm>
            <a:off x="8248650" y="2665730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</a:t>
            </a:r>
            <a:r>
              <a:rPr lang="zh-CN" b="0">
                <a:latin typeface="宋体" panose="02010600030101010101" pitchFamily="2" charset="-122"/>
              </a:rPr>
              <a:t>入</a:t>
            </a:r>
            <a:r>
              <a:rPr lang="en-US" altLang="zh-CN" b="0">
                <a:latin typeface="宋体" panose="02010600030101010101" pitchFamily="2" charset="-122"/>
              </a:rPr>
              <a:t>ch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cxnSp>
        <p:nvCxnSpPr>
          <p:cNvPr id="53" name="肘形连接符 52"/>
          <p:cNvCxnSpPr>
            <a:stCxn id="15" idx="0"/>
          </p:cNvCxnSpPr>
          <p:nvPr/>
        </p:nvCxnSpPr>
        <p:spPr>
          <a:xfrm rot="16200000" flipV="1">
            <a:off x="6678295" y="-845820"/>
            <a:ext cx="59690" cy="68357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>
            <p:custDataLst>
              <p:tags r:id="rId35"/>
            </p:custDataLst>
          </p:nvPr>
        </p:nvCxnSpPr>
        <p:spPr>
          <a:xfrm>
            <a:off x="4024630" y="2929890"/>
            <a:ext cx="127635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>
            <p:custDataLst>
              <p:tags r:id="rId36"/>
            </p:custDataLst>
          </p:nvPr>
        </p:nvCxnSpPr>
        <p:spPr>
          <a:xfrm flipV="1">
            <a:off x="7974965" y="2910840"/>
            <a:ext cx="19431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>
            <p:custDataLst>
              <p:tags r:id="rId37"/>
            </p:custDataLst>
          </p:nvPr>
        </p:nvCxnSpPr>
        <p:spPr>
          <a:xfrm flipV="1">
            <a:off x="9215755" y="2850515"/>
            <a:ext cx="19431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>
            <p:custDataLst>
              <p:tags r:id="rId38"/>
            </p:custDataLst>
          </p:nvPr>
        </p:nvCxnSpPr>
        <p:spPr>
          <a:xfrm flipV="1">
            <a:off x="10842625" y="2841625"/>
            <a:ext cx="19431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>
            <p:custDataLst>
              <p:tags r:id="rId39"/>
            </p:custDataLst>
          </p:nvPr>
        </p:nvSpPr>
        <p:spPr>
          <a:xfrm>
            <a:off x="6459220" y="5090160"/>
            <a:ext cx="77406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j++</a:t>
            </a:r>
            <a:endParaRPr lang="en-US" b="0">
              <a:latin typeface="宋体" panose="02010600030101010101" pitchFamily="2" charset="-122"/>
            </a:endParaRPr>
          </a:p>
        </p:txBody>
      </p:sp>
      <p:cxnSp>
        <p:nvCxnSpPr>
          <p:cNvPr id="62" name="直接箭头连接符 61"/>
          <p:cNvCxnSpPr/>
          <p:nvPr>
            <p:custDataLst>
              <p:tags r:id="rId40"/>
            </p:custDataLst>
          </p:nvPr>
        </p:nvCxnSpPr>
        <p:spPr>
          <a:xfrm>
            <a:off x="11157585" y="5345430"/>
            <a:ext cx="6350" cy="210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平行四边形 62"/>
          <p:cNvSpPr/>
          <p:nvPr>
            <p:custDataLst>
              <p:tags r:id="rId41"/>
            </p:custDataLst>
          </p:nvPr>
        </p:nvSpPr>
        <p:spPr>
          <a:xfrm>
            <a:off x="2674620" y="3338830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42"/>
            </p:custDataLst>
          </p:nvPr>
        </p:nvSpPr>
        <p:spPr>
          <a:xfrm>
            <a:off x="2757805" y="3381375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</a:t>
            </a:r>
            <a:r>
              <a:rPr lang="zh-CN" b="0">
                <a:latin typeface="宋体" panose="02010600030101010101" pitchFamily="2" charset="-122"/>
              </a:rPr>
              <a:t>入</a:t>
            </a:r>
            <a:r>
              <a:rPr lang="en-US" altLang="zh-CN" b="0">
                <a:latin typeface="宋体" panose="02010600030101010101" pitchFamily="2" charset="-122"/>
              </a:rPr>
              <a:t>y</a:t>
            </a:r>
            <a:endParaRPr lang="en-US" altLang="zh-CN" b="0">
              <a:latin typeface="宋体" panose="02010600030101010101" pitchFamily="2" charset="-122"/>
            </a:endParaRPr>
          </a:p>
        </p:txBody>
      </p:sp>
    </p:spTree>
    <p:custDataLst>
      <p:tags r:id="rId4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2801620" y="184213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29890" y="1947545"/>
            <a:ext cx="672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开始</a:t>
            </a:r>
            <a:endParaRPr lang="zh-CN" altLang="en-US"/>
          </a:p>
        </p:txBody>
      </p:sp>
      <p:cxnSp>
        <p:nvCxnSpPr>
          <p:cNvPr id="10" name="直接箭头连接符 9"/>
          <p:cNvCxnSpPr/>
          <p:nvPr>
            <p:custDataLst>
              <p:tags r:id="rId1"/>
            </p:custDataLst>
          </p:nvPr>
        </p:nvCxnSpPr>
        <p:spPr>
          <a:xfrm>
            <a:off x="3254375" y="242125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>
            <p:custDataLst>
              <p:tags r:id="rId2"/>
            </p:custDataLst>
          </p:nvPr>
        </p:nvCxnSpPr>
        <p:spPr>
          <a:xfrm>
            <a:off x="3232150" y="317690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椭圆 43"/>
          <p:cNvSpPr/>
          <p:nvPr>
            <p:custDataLst>
              <p:tags r:id="rId3"/>
            </p:custDataLst>
          </p:nvPr>
        </p:nvSpPr>
        <p:spPr>
          <a:xfrm>
            <a:off x="2745740" y="3429000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2891790" y="3534410"/>
            <a:ext cx="673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结束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40855" y="12312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排序</a:t>
            </a:r>
            <a:endParaRPr lang="zh-CN" altLang="en-US"/>
          </a:p>
        </p:txBody>
      </p:sp>
      <p:sp>
        <p:nvSpPr>
          <p:cNvPr id="31" name="平行四边形 30"/>
          <p:cNvSpPr/>
          <p:nvPr>
            <p:custDataLst>
              <p:tags r:id="rId4"/>
            </p:custDataLst>
          </p:nvPr>
        </p:nvSpPr>
        <p:spPr>
          <a:xfrm>
            <a:off x="2713355" y="2656840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2929890" y="2703195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输入</a:t>
            </a:r>
            <a:endParaRPr lang="zh-CN" altLang="en-US" b="0">
              <a:latin typeface="宋体" panose="02010600030101010101" pitchFamily="2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2801620" y="184213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29890" y="1947545"/>
            <a:ext cx="672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开始</a:t>
            </a:r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1"/>
            </p:custDataLst>
          </p:nvPr>
        </p:nvSpPr>
        <p:spPr>
          <a:xfrm>
            <a:off x="5429885" y="4020820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608320" y="4134485"/>
            <a:ext cx="71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结束</a:t>
            </a:r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254375" y="244665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>
            <p:custDataLst>
              <p:tags r:id="rId3"/>
            </p:custDataLst>
          </p:nvPr>
        </p:nvCxnSpPr>
        <p:spPr>
          <a:xfrm>
            <a:off x="3249930" y="312420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菱形 22"/>
          <p:cNvSpPr/>
          <p:nvPr>
            <p:custDataLst>
              <p:tags r:id="rId4"/>
            </p:custDataLst>
          </p:nvPr>
        </p:nvSpPr>
        <p:spPr>
          <a:xfrm>
            <a:off x="2524125" y="400621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菱形 23"/>
          <p:cNvSpPr/>
          <p:nvPr>
            <p:custDataLst>
              <p:tags r:id="rId5"/>
            </p:custDataLst>
          </p:nvPr>
        </p:nvSpPr>
        <p:spPr>
          <a:xfrm>
            <a:off x="2524760" y="4709795"/>
            <a:ext cx="1432560" cy="49657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平行四边形 24"/>
          <p:cNvSpPr/>
          <p:nvPr>
            <p:custDataLst>
              <p:tags r:id="rId6"/>
            </p:custDataLst>
          </p:nvPr>
        </p:nvSpPr>
        <p:spPr>
          <a:xfrm>
            <a:off x="4109720" y="406844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/>
          <p:nvPr>
            <p:custDataLst>
              <p:tags r:id="rId7"/>
            </p:custDataLst>
          </p:nvPr>
        </p:nvCxnSpPr>
        <p:spPr>
          <a:xfrm>
            <a:off x="3249930" y="3844290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>
            <p:custDataLst>
              <p:tags r:id="rId8"/>
            </p:custDataLst>
          </p:nvPr>
        </p:nvCxnSpPr>
        <p:spPr>
          <a:xfrm>
            <a:off x="3249930" y="452183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4330065" y="4134485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674620" y="4065905"/>
            <a:ext cx="11772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fp=fopen</a:t>
            </a:r>
            <a:endParaRPr lang="en-US" altLang="en-US" b="0">
              <a:latin typeface="宋体" panose="02010600030101010101" pitchFamily="2" charset="-122"/>
            </a:endParaRPr>
          </a:p>
        </p:txBody>
      </p:sp>
      <p:cxnSp>
        <p:nvCxnSpPr>
          <p:cNvPr id="30" name="直接箭头连接符 29"/>
          <p:cNvCxnSpPr/>
          <p:nvPr>
            <p:custDataLst>
              <p:tags r:id="rId10"/>
            </p:custDataLst>
          </p:nvPr>
        </p:nvCxnSpPr>
        <p:spPr>
          <a:xfrm>
            <a:off x="3957320" y="425894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平行四边形 31"/>
          <p:cNvSpPr/>
          <p:nvPr>
            <p:custDataLst>
              <p:tags r:id="rId11"/>
            </p:custDataLst>
          </p:nvPr>
        </p:nvSpPr>
        <p:spPr>
          <a:xfrm>
            <a:off x="4109720" y="477710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4187825" y="4838065"/>
            <a:ext cx="788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/>
            <a:r>
              <a:rPr lang="zh-CN" altLang="en-US">
                <a:latin typeface="宋体" panose="02010600030101010101" pitchFamily="2" charset="-122"/>
                <a:sym typeface="+mn-ea"/>
              </a:rPr>
              <a:t>输出</a:t>
            </a:r>
            <a:endParaRPr lang="zh-CN" altLang="en-US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2674620" y="4777105"/>
            <a:ext cx="13061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宋体" panose="02010600030101010101" pitchFamily="2" charset="-122"/>
              </a:rPr>
              <a:t>fread</a:t>
            </a:r>
            <a:r>
              <a:rPr lang="zh-CN" altLang="en-US" b="0">
                <a:latin typeface="宋体" panose="02010600030101010101" pitchFamily="2" charset="-122"/>
              </a:rPr>
              <a:t>！</a:t>
            </a:r>
            <a:r>
              <a:rPr lang="en-US" altLang="zh-CN" b="0">
                <a:latin typeface="宋体" panose="02010600030101010101" pitchFamily="2" charset="-122"/>
              </a:rPr>
              <a:t>=1</a:t>
            </a:r>
            <a:endParaRPr lang="en-US" altLang="zh-CN" b="0">
              <a:latin typeface="宋体" panose="02010600030101010101" pitchFamily="2" charset="-122"/>
            </a:endParaRPr>
          </a:p>
        </p:txBody>
      </p:sp>
      <p:cxnSp>
        <p:nvCxnSpPr>
          <p:cNvPr id="35" name="直接箭头连接符 34"/>
          <p:cNvCxnSpPr/>
          <p:nvPr>
            <p:custDataLst>
              <p:tags r:id="rId13"/>
            </p:custDataLst>
          </p:nvPr>
        </p:nvCxnSpPr>
        <p:spPr>
          <a:xfrm>
            <a:off x="3236595" y="5224145"/>
            <a:ext cx="4445" cy="176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>
            <p:custDataLst>
              <p:tags r:id="rId14"/>
            </p:custDataLst>
          </p:nvPr>
        </p:nvCxnSpPr>
        <p:spPr>
          <a:xfrm>
            <a:off x="3975100" y="4956810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>
            <p:custDataLst>
              <p:tags r:id="rId15"/>
            </p:custDataLst>
          </p:nvPr>
        </p:nvCxnSpPr>
        <p:spPr>
          <a:xfrm>
            <a:off x="5207000" y="4305300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椭圆 40"/>
          <p:cNvSpPr/>
          <p:nvPr>
            <p:custDataLst>
              <p:tags r:id="rId16"/>
            </p:custDataLst>
          </p:nvPr>
        </p:nvSpPr>
        <p:spPr>
          <a:xfrm>
            <a:off x="5429885" y="470979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箭头连接符 41"/>
          <p:cNvCxnSpPr/>
          <p:nvPr>
            <p:custDataLst>
              <p:tags r:id="rId17"/>
            </p:custDataLst>
          </p:nvPr>
        </p:nvCxnSpPr>
        <p:spPr>
          <a:xfrm>
            <a:off x="5207000" y="4999355"/>
            <a:ext cx="19494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18"/>
            </p:custDataLst>
          </p:nvPr>
        </p:nvSpPr>
        <p:spPr>
          <a:xfrm>
            <a:off x="5554980" y="4777105"/>
            <a:ext cx="71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44" name="椭圆 43"/>
          <p:cNvSpPr/>
          <p:nvPr>
            <p:custDataLst>
              <p:tags r:id="rId19"/>
            </p:custDataLst>
          </p:nvPr>
        </p:nvSpPr>
        <p:spPr>
          <a:xfrm>
            <a:off x="2757805" y="5412105"/>
            <a:ext cx="965835" cy="57912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2929890" y="5522595"/>
            <a:ext cx="673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结束</a:t>
            </a:r>
            <a:endParaRPr lang="zh-CN" altLang="en-US">
              <a:sym typeface="+mn-ea"/>
            </a:endParaRPr>
          </a:p>
        </p:txBody>
      </p:sp>
      <p:sp>
        <p:nvSpPr>
          <p:cNvPr id="4" name="平行四边形 3"/>
          <p:cNvSpPr/>
          <p:nvPr>
            <p:custDataLst>
              <p:tags r:id="rId20"/>
            </p:custDataLst>
          </p:nvPr>
        </p:nvSpPr>
        <p:spPr>
          <a:xfrm>
            <a:off x="2709545" y="2656840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1"/>
            </p:custDataLst>
          </p:nvPr>
        </p:nvSpPr>
        <p:spPr>
          <a:xfrm>
            <a:off x="2801620" y="2690495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输出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42735" y="1287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保存，打开</a:t>
            </a:r>
            <a:endParaRPr lang="zh-CN" altLang="en-US"/>
          </a:p>
        </p:txBody>
      </p:sp>
      <p:sp>
        <p:nvSpPr>
          <p:cNvPr id="31" name="平行四边形 30"/>
          <p:cNvSpPr/>
          <p:nvPr>
            <p:custDataLst>
              <p:tags r:id="rId22"/>
            </p:custDataLst>
          </p:nvPr>
        </p:nvSpPr>
        <p:spPr>
          <a:xfrm>
            <a:off x="2646045" y="3345815"/>
            <a:ext cx="1142365" cy="45339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23"/>
            </p:custDataLst>
          </p:nvPr>
        </p:nvSpPr>
        <p:spPr>
          <a:xfrm>
            <a:off x="2866390" y="3366135"/>
            <a:ext cx="922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宋体" panose="02010600030101010101" pitchFamily="2" charset="-122"/>
              </a:rPr>
              <a:t>输入</a:t>
            </a:r>
            <a:endParaRPr lang="zh-CN" altLang="en-US" b="0">
              <a:latin typeface="宋体" panose="02010600030101010101" pitchFamily="2" charset="-122"/>
            </a:endParaRPr>
          </a:p>
        </p:txBody>
      </p:sp>
    </p:spTree>
    <p:custDataLst>
      <p:tags r:id="rId2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2.xml><?xml version="1.0" encoding="utf-8"?>
<p:tagLst xmlns:p="http://schemas.openxmlformats.org/presentationml/2006/main">
  <p:tag name="commondata" val="eyJoZGlkIjoiZjhhMGFkMDZmODA5MjU3MDEwNTgzN2M1M2Q1ZjEyZD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WPS 演示</Application>
  <PresentationFormat>宽屏</PresentationFormat>
  <Paragraphs>222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童话星染</cp:lastModifiedBy>
  <cp:revision>161</cp:revision>
  <dcterms:created xsi:type="dcterms:W3CDTF">2019-06-19T02:08:00Z</dcterms:created>
  <dcterms:modified xsi:type="dcterms:W3CDTF">2024-01-07T04:42:22Z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AFE7EB5F3AB3463B981A596D6967D464_11</vt:lpwstr>
  </property>
</Properties>
</file>