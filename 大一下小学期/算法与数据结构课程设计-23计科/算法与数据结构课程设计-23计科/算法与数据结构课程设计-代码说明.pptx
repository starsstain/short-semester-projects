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359" r:id="rId2"/>
    <p:sldId id="360" r:id="rId3"/>
    <p:sldId id="7337" r:id="rId4"/>
    <p:sldId id="7955" r:id="rId5"/>
    <p:sldId id="7998" r:id="rId6"/>
    <p:sldId id="7956" r:id="rId7"/>
    <p:sldId id="7999" r:id="rId8"/>
    <p:sldId id="7958" r:id="rId9"/>
    <p:sldId id="8000" r:id="rId10"/>
    <p:sldId id="8001" r:id="rId11"/>
    <p:sldId id="8002" r:id="rId12"/>
    <p:sldId id="8003" r:id="rId13"/>
    <p:sldId id="363" r:id="rId14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艾静" initials="李艾静" lastIdx="1" clrIdx="0">
    <p:extLst>
      <p:ext uri="{19B8F6BF-5375-455C-9EA6-DF929625EA0E}">
        <p15:presenceInfo xmlns:p15="http://schemas.microsoft.com/office/powerpoint/2012/main" userId="李艾静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37A8"/>
    <a:srgbClr val="0172F4"/>
    <a:srgbClr val="404040"/>
    <a:srgbClr val="02A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88" autoAdjust="0"/>
    <p:restoredTop sz="93825" autoAdjust="0"/>
  </p:normalViewPr>
  <p:slideViewPr>
    <p:cSldViewPr snapToGrid="0" snapToObjects="1">
      <p:cViewPr>
        <p:scale>
          <a:sx n="91" d="100"/>
          <a:sy n="91" d="100"/>
        </p:scale>
        <p:origin x="-292" y="-28"/>
      </p:cViewPr>
      <p:guideLst/>
    </p:cSldViewPr>
  </p:slideViewPr>
  <p:outlineViewPr>
    <p:cViewPr>
      <p:scale>
        <a:sx n="33" d="100"/>
        <a:sy n="33" d="100"/>
      </p:scale>
      <p:origin x="0" y="-6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81" d="100"/>
        <a:sy n="181" d="100"/>
      </p:scale>
      <p:origin x="0" y="0"/>
    </p:cViewPr>
  </p:sorterViewPr>
  <p:notesViewPr>
    <p:cSldViewPr snapToGrid="0" snapToObjects="1">
      <p:cViewPr varScale="1">
        <p:scale>
          <a:sx n="95" d="100"/>
          <a:sy n="95" d="100"/>
        </p:scale>
        <p:origin x="262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B3C7D-7ED1-A34F-BCFC-1C01389AE58C}" type="datetimeFigureOut">
              <a:rPr kumimoji="1" lang="zh-CN" altLang="en-US" smtClean="0"/>
              <a:t>2024/6/24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CED8CE-3D9F-CA47-A17E-9AD879C3B1C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03027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CF2CF-5EF1-D24F-8F8B-C67282AA038A}" type="datetimeFigureOut">
              <a:rPr kumimoji="1" lang="zh-CN" altLang="en-US" smtClean="0"/>
              <a:t>2024/6/24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F70782-008B-5B48-B01C-A994AC4AA04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636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711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263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3083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93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848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540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830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8466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585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6149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9277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0784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E3AE05-7DD1-4AF0-924E-BEEA496F373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905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436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E64CA41D-6552-4DC2-803C-1E4FEF973208}"/>
              </a:ext>
            </a:extLst>
          </p:cNvPr>
          <p:cNvGrpSpPr/>
          <p:nvPr userDrawn="1"/>
        </p:nvGrpSpPr>
        <p:grpSpPr>
          <a:xfrm>
            <a:off x="274922" y="308044"/>
            <a:ext cx="914603" cy="788008"/>
            <a:chOff x="148311" y="308044"/>
            <a:chExt cx="756960" cy="656916"/>
          </a:xfrm>
        </p:grpSpPr>
        <p:sp>
          <p:nvSpPr>
            <p:cNvPr id="2" name="六边形 1">
              <a:extLst>
                <a:ext uri="{FF2B5EF4-FFF2-40B4-BE49-F238E27FC236}">
                  <a16:creationId xmlns:a16="http://schemas.microsoft.com/office/drawing/2014/main" id="{DD55B288-FB7C-BE41-BBD9-180455E81AFE}"/>
                </a:ext>
              </a:extLst>
            </p:cNvPr>
            <p:cNvSpPr/>
            <p:nvPr userDrawn="1"/>
          </p:nvSpPr>
          <p:spPr>
            <a:xfrm>
              <a:off x="239387" y="308044"/>
              <a:ext cx="665884" cy="574038"/>
            </a:xfrm>
            <a:prstGeom prst="hexagon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" name="六边形 2">
              <a:extLst>
                <a:ext uri="{FF2B5EF4-FFF2-40B4-BE49-F238E27FC236}">
                  <a16:creationId xmlns:a16="http://schemas.microsoft.com/office/drawing/2014/main" id="{8CD53814-3C04-D94A-B685-BB2E158FB2B8}"/>
                </a:ext>
              </a:extLst>
            </p:cNvPr>
            <p:cNvSpPr/>
            <p:nvPr userDrawn="1"/>
          </p:nvSpPr>
          <p:spPr>
            <a:xfrm>
              <a:off x="148311" y="719691"/>
              <a:ext cx="284512" cy="245269"/>
            </a:xfrm>
            <a:prstGeom prst="hexagon">
              <a:avLst/>
            </a:prstGeom>
            <a:noFill/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F08DA06-C0F8-5A45-9F66-4433BB7D10D8}"/>
                </a:ext>
              </a:extLst>
            </p:cNvPr>
            <p:cNvGrpSpPr/>
            <p:nvPr userDrawn="1"/>
          </p:nvGrpSpPr>
          <p:grpSpPr>
            <a:xfrm rot="10800000">
              <a:off x="512459" y="782200"/>
              <a:ext cx="392687" cy="182760"/>
              <a:chOff x="7176557" y="885361"/>
              <a:chExt cx="2019300" cy="939800"/>
            </a:xfrm>
          </p:grpSpPr>
          <p:cxnSp>
            <p:nvCxnSpPr>
              <p:cNvPr id="5" name="直线连接符 4">
                <a:extLst>
                  <a:ext uri="{FF2B5EF4-FFF2-40B4-BE49-F238E27FC236}">
                    <a16:creationId xmlns:a16="http://schemas.microsoft.com/office/drawing/2014/main" id="{0A5A1069-3A49-D746-9015-254B5089A8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69573" y="885361"/>
                <a:ext cx="1526284" cy="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直线连接符 5">
                <a:extLst>
                  <a:ext uri="{FF2B5EF4-FFF2-40B4-BE49-F238E27FC236}">
                    <a16:creationId xmlns:a16="http://schemas.microsoft.com/office/drawing/2014/main" id="{2FE588F1-2467-E04C-B823-B1325C03EC1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76557" y="885361"/>
                <a:ext cx="493016" cy="939800"/>
              </a:xfrm>
              <a:prstGeom prst="line">
                <a:avLst/>
              </a:prstGeom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1647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221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881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D31AE69-0452-7043-88B8-52538C5E18F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5280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框架 1">
            <a:extLst>
              <a:ext uri="{FF2B5EF4-FFF2-40B4-BE49-F238E27FC236}">
                <a16:creationId xmlns:a16="http://schemas.microsoft.com/office/drawing/2014/main" id="{789D431D-2B5C-584D-B66B-C51A9FD99DD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25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457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60" r:id="rId4"/>
    <p:sldLayoutId id="2147483655" r:id="rId5"/>
  </p:sldLayoutIdLst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>
            <a:extLst>
              <a:ext uri="{FF2B5EF4-FFF2-40B4-BE49-F238E27FC236}">
                <a16:creationId xmlns:a16="http://schemas.microsoft.com/office/drawing/2014/main" id="{1AC3B719-BDD0-1C40-90B0-BA1AB95729CC}"/>
              </a:ext>
            </a:extLst>
          </p:cNvPr>
          <p:cNvSpPr txBox="1"/>
          <p:nvPr/>
        </p:nvSpPr>
        <p:spPr>
          <a:xfrm>
            <a:off x="602166" y="2235798"/>
            <a:ext cx="583710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13800" dirty="0">
                <a:gradFill flip="none" rotWithShape="1">
                  <a:gsLst>
                    <a:gs pos="71000">
                      <a:schemeClr val="bg1">
                        <a:lumMod val="95000"/>
                        <a:alpha val="8000"/>
                      </a:schemeClr>
                    </a:gs>
                    <a:gs pos="0">
                      <a:schemeClr val="bg1">
                        <a:lumMod val="85000"/>
                        <a:alpha val="59000"/>
                      </a:schemeClr>
                    </a:gs>
                  </a:gsLst>
                  <a:lin ang="5400000" scaled="1"/>
                  <a:tileRect/>
                </a:gradFill>
                <a:latin typeface="+mj-lt"/>
              </a:rPr>
              <a:t>2O21</a:t>
            </a:r>
            <a:endParaRPr kumimoji="1" lang="zh-CN" altLang="en-US" sz="13800" dirty="0">
              <a:gradFill flip="none" rotWithShape="1">
                <a:gsLst>
                  <a:gs pos="71000">
                    <a:schemeClr val="bg1">
                      <a:lumMod val="95000"/>
                      <a:alpha val="8000"/>
                    </a:schemeClr>
                  </a:gs>
                  <a:gs pos="0">
                    <a:schemeClr val="bg1">
                      <a:lumMod val="85000"/>
                      <a:alpha val="59000"/>
                    </a:schemeClr>
                  </a:gs>
                </a:gsLst>
                <a:lin ang="5400000" scaled="1"/>
                <a:tileRect/>
              </a:gradFill>
              <a:latin typeface="+mj-lt"/>
            </a:endParaRPr>
          </a:p>
        </p:txBody>
      </p:sp>
      <p:sp>
        <p:nvSpPr>
          <p:cNvPr id="28" name="六边形 27">
            <a:extLst>
              <a:ext uri="{FF2B5EF4-FFF2-40B4-BE49-F238E27FC236}">
                <a16:creationId xmlns:a16="http://schemas.microsoft.com/office/drawing/2014/main" id="{C4AA7DF2-2C0B-5840-A5DB-6F98DA1AE1BB}"/>
              </a:ext>
            </a:extLst>
          </p:cNvPr>
          <p:cNvSpPr/>
          <p:nvPr/>
        </p:nvSpPr>
        <p:spPr>
          <a:xfrm>
            <a:off x="9691242" y="3133725"/>
            <a:ext cx="1857629" cy="1601404"/>
          </a:xfrm>
          <a:prstGeom prst="hexag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六边形 28">
            <a:extLst>
              <a:ext uri="{FF2B5EF4-FFF2-40B4-BE49-F238E27FC236}">
                <a16:creationId xmlns:a16="http://schemas.microsoft.com/office/drawing/2014/main" id="{700E2203-E47C-FB4A-8076-AF30EF2EF55D}"/>
              </a:ext>
            </a:extLst>
          </p:cNvPr>
          <p:cNvSpPr/>
          <p:nvPr/>
        </p:nvSpPr>
        <p:spPr>
          <a:xfrm>
            <a:off x="8650986" y="4027104"/>
            <a:ext cx="1168400" cy="1007241"/>
          </a:xfrm>
          <a:prstGeom prst="hexag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0E4FCA3C-E275-3244-A2DA-76CB8E2D25ED}"/>
              </a:ext>
            </a:extLst>
          </p:cNvPr>
          <p:cNvSpPr/>
          <p:nvPr/>
        </p:nvSpPr>
        <p:spPr>
          <a:xfrm>
            <a:off x="7023100" y="1035050"/>
            <a:ext cx="3255772" cy="2806700"/>
          </a:xfrm>
          <a:prstGeom prst="hexag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6DC21241-222F-8C44-89DF-4BB65E1A7996}"/>
              </a:ext>
            </a:extLst>
          </p:cNvPr>
          <p:cNvCxnSpPr/>
          <p:nvPr/>
        </p:nvCxnSpPr>
        <p:spPr>
          <a:xfrm>
            <a:off x="776986" y="4533900"/>
            <a:ext cx="7874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六边形 34">
            <a:extLst>
              <a:ext uri="{FF2B5EF4-FFF2-40B4-BE49-F238E27FC236}">
                <a16:creationId xmlns:a16="http://schemas.microsoft.com/office/drawing/2014/main" id="{4F14ED3B-02D8-AC41-AC6D-D87D51FDD47D}"/>
              </a:ext>
            </a:extLst>
          </p:cNvPr>
          <p:cNvSpPr/>
          <p:nvPr/>
        </p:nvSpPr>
        <p:spPr>
          <a:xfrm>
            <a:off x="7215886" y="1201245"/>
            <a:ext cx="2870200" cy="2474310"/>
          </a:xfrm>
          <a:prstGeom prst="hexagon">
            <a:avLst/>
          </a:pr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59F4C13-7A0D-FE45-A1BD-B0EA545EFBA5}"/>
              </a:ext>
            </a:extLst>
          </p:cNvPr>
          <p:cNvSpPr txBox="1"/>
          <p:nvPr/>
        </p:nvSpPr>
        <p:spPr>
          <a:xfrm>
            <a:off x="10075605" y="3659831"/>
            <a:ext cx="1088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</a:t>
            </a:r>
            <a:r>
              <a:rPr kumimoji="1"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语言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5B6331A-51A7-1441-BDBE-0F66A4FDAD5D}"/>
              </a:ext>
            </a:extLst>
          </p:cNvPr>
          <p:cNvSpPr txBox="1"/>
          <p:nvPr/>
        </p:nvSpPr>
        <p:spPr>
          <a:xfrm>
            <a:off x="9987461" y="4195734"/>
            <a:ext cx="1308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PROGRAM</a:t>
            </a:r>
            <a:endParaRPr kumimoji="1"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809A301-3315-1240-9CC6-F94F882F0304}"/>
              </a:ext>
            </a:extLst>
          </p:cNvPr>
          <p:cNvSpPr txBox="1"/>
          <p:nvPr/>
        </p:nvSpPr>
        <p:spPr>
          <a:xfrm>
            <a:off x="678816" y="4735129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计算机科学与技术系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李艾静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</a:p>
          <a:p>
            <a:r>
              <a:rPr kumimoji="1" lang="en-US" altLang="zh-CN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Email</a:t>
            </a:r>
            <a:r>
              <a:rPr kumimoji="1" lang="zh-CN" altLang="en-US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  <a:r>
              <a:rPr kumimoji="1" lang="en-US" altLang="zh-CN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66487520@qq.com</a:t>
            </a:r>
            <a:endParaRPr kumimoji="1" lang="zh-CN" altLang="en-US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六边形 39">
            <a:extLst>
              <a:ext uri="{FF2B5EF4-FFF2-40B4-BE49-F238E27FC236}">
                <a16:creationId xmlns:a16="http://schemas.microsoft.com/office/drawing/2014/main" id="{F5C86540-54D1-214E-953B-301BBB652A66}"/>
              </a:ext>
            </a:extLst>
          </p:cNvPr>
          <p:cNvSpPr/>
          <p:nvPr/>
        </p:nvSpPr>
        <p:spPr>
          <a:xfrm>
            <a:off x="9964756" y="4841085"/>
            <a:ext cx="675506" cy="582332"/>
          </a:xfrm>
          <a:prstGeom prst="hexagon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F6E54FD3-9FB3-5940-8A36-DC77C45FBA7F}"/>
              </a:ext>
            </a:extLst>
          </p:cNvPr>
          <p:cNvSpPr/>
          <p:nvPr/>
        </p:nvSpPr>
        <p:spPr>
          <a:xfrm>
            <a:off x="8609371" y="4479924"/>
            <a:ext cx="114300" cy="1143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32CDB7E-75E0-0B43-BF3D-C02522E88B14}"/>
              </a:ext>
            </a:extLst>
          </p:cNvPr>
          <p:cNvGrpSpPr/>
          <p:nvPr/>
        </p:nvGrpSpPr>
        <p:grpSpPr>
          <a:xfrm>
            <a:off x="7176557" y="885361"/>
            <a:ext cx="2019300" cy="939800"/>
            <a:chOff x="7176557" y="885361"/>
            <a:chExt cx="2019300" cy="939800"/>
          </a:xfrm>
        </p:grpSpPr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0DC7D3FF-4769-C84D-8F40-6ABE7CB7B15F}"/>
                </a:ext>
              </a:extLst>
            </p:cNvPr>
            <p:cNvCxnSpPr/>
            <p:nvPr/>
          </p:nvCxnSpPr>
          <p:spPr>
            <a:xfrm>
              <a:off x="7669571" y="885361"/>
              <a:ext cx="152628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AE1A3C9F-2258-6B4E-9FFB-33D305ECC0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6557" y="885361"/>
              <a:ext cx="493014" cy="9398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DB6EDE8-9A98-5242-BB52-65D7B936EE40}"/>
              </a:ext>
            </a:extLst>
          </p:cNvPr>
          <p:cNvGrpSpPr/>
          <p:nvPr/>
        </p:nvGrpSpPr>
        <p:grpSpPr>
          <a:xfrm rot="10800000">
            <a:off x="10575163" y="4439403"/>
            <a:ext cx="863073" cy="401682"/>
            <a:chOff x="7176557" y="885361"/>
            <a:chExt cx="2019300" cy="939800"/>
          </a:xfrm>
        </p:grpSpPr>
        <p:cxnSp>
          <p:nvCxnSpPr>
            <p:cNvPr id="50" name="直线连接符 49">
              <a:extLst>
                <a:ext uri="{FF2B5EF4-FFF2-40B4-BE49-F238E27FC236}">
                  <a16:creationId xmlns:a16="http://schemas.microsoft.com/office/drawing/2014/main" id="{C69A404D-3610-1348-836C-09FF5D63C5D9}"/>
                </a:ext>
              </a:extLst>
            </p:cNvPr>
            <p:cNvCxnSpPr>
              <a:cxnSpLocks/>
            </p:cNvCxnSpPr>
            <p:nvPr/>
          </p:nvCxnSpPr>
          <p:spPr>
            <a:xfrm>
              <a:off x="7669571" y="885361"/>
              <a:ext cx="152628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线连接符 50">
              <a:extLst>
                <a:ext uri="{FF2B5EF4-FFF2-40B4-BE49-F238E27FC236}">
                  <a16:creationId xmlns:a16="http://schemas.microsoft.com/office/drawing/2014/main" id="{71FD7825-800B-BA44-9154-C5255C51B0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6557" y="885361"/>
              <a:ext cx="493014" cy="9398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3870B20-805C-41C6-B700-3A5B85BE3802}"/>
              </a:ext>
            </a:extLst>
          </p:cNvPr>
          <p:cNvSpPr txBox="1"/>
          <p:nvPr/>
        </p:nvSpPr>
        <p:spPr>
          <a:xfrm>
            <a:off x="1063853" y="1476540"/>
            <a:ext cx="503214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latin typeface="+mj-ea"/>
                <a:ea typeface="+mj-ea"/>
              </a:rPr>
              <a:t>算法与数据结构</a:t>
            </a:r>
            <a:endParaRPr lang="en-US" altLang="zh-CN" sz="5400" dirty="0">
              <a:latin typeface="+mj-ea"/>
              <a:ea typeface="+mj-ea"/>
            </a:endParaRPr>
          </a:p>
          <a:p>
            <a:pPr algn="ctr"/>
            <a:r>
              <a:rPr lang="zh-CN" altLang="en-US" sz="5400" dirty="0">
                <a:latin typeface="+mj-ea"/>
                <a:ea typeface="+mj-ea"/>
              </a:rPr>
              <a:t>课程设计</a:t>
            </a:r>
          </a:p>
        </p:txBody>
      </p:sp>
    </p:spTree>
    <p:extLst>
      <p:ext uri="{BB962C8B-B14F-4D97-AF65-F5344CB8AC3E}">
        <p14:creationId xmlns:p14="http://schemas.microsoft.com/office/powerpoint/2010/main" val="2078068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六边形 1">
            <a:extLst>
              <a:ext uri="{FF2B5EF4-FFF2-40B4-BE49-F238E27FC236}">
                <a16:creationId xmlns:a16="http://schemas.microsoft.com/office/drawing/2014/main" id="{E66AE314-F7C7-4A4B-81A2-2DE82B3A5249}"/>
              </a:ext>
            </a:extLst>
          </p:cNvPr>
          <p:cNvSpPr/>
          <p:nvPr/>
        </p:nvSpPr>
        <p:spPr>
          <a:xfrm>
            <a:off x="3372436" y="2063145"/>
            <a:ext cx="1857629" cy="1601404"/>
          </a:xfrm>
          <a:prstGeom prst="hexag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43CEB4A8-4A0B-B24C-8C54-4A87E758A177}"/>
              </a:ext>
            </a:extLst>
          </p:cNvPr>
          <p:cNvSpPr/>
          <p:nvPr/>
        </p:nvSpPr>
        <p:spPr>
          <a:xfrm>
            <a:off x="2638873" y="3523793"/>
            <a:ext cx="1168400" cy="1007241"/>
          </a:xfrm>
          <a:prstGeom prst="hexag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六边形 3">
            <a:extLst>
              <a:ext uri="{FF2B5EF4-FFF2-40B4-BE49-F238E27FC236}">
                <a16:creationId xmlns:a16="http://schemas.microsoft.com/office/drawing/2014/main" id="{30899B0A-58BA-9944-B6B8-B482A6672A7C}"/>
              </a:ext>
            </a:extLst>
          </p:cNvPr>
          <p:cNvSpPr/>
          <p:nvPr/>
        </p:nvSpPr>
        <p:spPr>
          <a:xfrm>
            <a:off x="383760" y="584476"/>
            <a:ext cx="3255772" cy="2806700"/>
          </a:xfrm>
          <a:prstGeom prst="hexag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六边形 4">
            <a:extLst>
              <a:ext uri="{FF2B5EF4-FFF2-40B4-BE49-F238E27FC236}">
                <a16:creationId xmlns:a16="http://schemas.microsoft.com/office/drawing/2014/main" id="{151FFF9C-D1B8-BE4D-93FD-DB99A4D0E2D3}"/>
              </a:ext>
            </a:extLst>
          </p:cNvPr>
          <p:cNvSpPr/>
          <p:nvPr/>
        </p:nvSpPr>
        <p:spPr>
          <a:xfrm>
            <a:off x="576546" y="750671"/>
            <a:ext cx="2870200" cy="2474310"/>
          </a:xfrm>
          <a:prstGeom prst="hexagon">
            <a:avLst/>
          </a:pr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945E31C-40E0-0F42-A1C6-C3ED5931CD2F}"/>
              </a:ext>
            </a:extLst>
          </p:cNvPr>
          <p:cNvSpPr txBox="1"/>
          <p:nvPr/>
        </p:nvSpPr>
        <p:spPr>
          <a:xfrm>
            <a:off x="3552763" y="2431496"/>
            <a:ext cx="1501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44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目录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5CB376-98B9-B841-9720-C0ABF06FE25C}"/>
              </a:ext>
            </a:extLst>
          </p:cNvPr>
          <p:cNvSpPr txBox="1"/>
          <p:nvPr/>
        </p:nvSpPr>
        <p:spPr>
          <a:xfrm>
            <a:off x="3615646" y="3072146"/>
            <a:ext cx="138062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1050">
                <a:solidFill>
                  <a:schemeClr val="tx1">
                    <a:lumMod val="50000"/>
                    <a:lumOff val="50000"/>
                  </a:schemeClr>
                </a:solidFill>
              </a:rPr>
              <a:t>CONTENTS</a:t>
            </a:r>
            <a:endParaRPr kumimoji="1" lang="zh-CN" altLang="en-US" sz="105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六边形 7">
            <a:extLst>
              <a:ext uri="{FF2B5EF4-FFF2-40B4-BE49-F238E27FC236}">
                <a16:creationId xmlns:a16="http://schemas.microsoft.com/office/drawing/2014/main" id="{530181AD-5AB6-964A-AAEB-B99F8B17A322}"/>
              </a:ext>
            </a:extLst>
          </p:cNvPr>
          <p:cNvSpPr/>
          <p:nvPr/>
        </p:nvSpPr>
        <p:spPr>
          <a:xfrm>
            <a:off x="309984" y="3110483"/>
            <a:ext cx="675506" cy="582332"/>
          </a:xfrm>
          <a:prstGeom prst="hexagon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0DAC0D7-2E03-824F-A301-51B9A6422ACF}"/>
              </a:ext>
            </a:extLst>
          </p:cNvPr>
          <p:cNvSpPr/>
          <p:nvPr/>
        </p:nvSpPr>
        <p:spPr>
          <a:xfrm>
            <a:off x="2597258" y="3976613"/>
            <a:ext cx="114300" cy="1143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7E21547-FF6E-F94B-AE61-3E5BF3F03996}"/>
              </a:ext>
            </a:extLst>
          </p:cNvPr>
          <p:cNvGrpSpPr/>
          <p:nvPr/>
        </p:nvGrpSpPr>
        <p:grpSpPr>
          <a:xfrm>
            <a:off x="537217" y="434787"/>
            <a:ext cx="2019300" cy="939800"/>
            <a:chOff x="7176557" y="885361"/>
            <a:chExt cx="2019300" cy="939800"/>
          </a:xfrm>
        </p:grpSpPr>
        <p:cxnSp>
          <p:nvCxnSpPr>
            <p:cNvPr id="11" name="直线连接符 10">
              <a:extLst>
                <a:ext uri="{FF2B5EF4-FFF2-40B4-BE49-F238E27FC236}">
                  <a16:creationId xmlns:a16="http://schemas.microsoft.com/office/drawing/2014/main" id="{70A419BF-123D-E540-897D-DD44CB5503B0}"/>
                </a:ext>
              </a:extLst>
            </p:cNvPr>
            <p:cNvCxnSpPr/>
            <p:nvPr/>
          </p:nvCxnSpPr>
          <p:spPr>
            <a:xfrm>
              <a:off x="7669571" y="885361"/>
              <a:ext cx="152628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线连接符 11">
              <a:extLst>
                <a:ext uri="{FF2B5EF4-FFF2-40B4-BE49-F238E27FC236}">
                  <a16:creationId xmlns:a16="http://schemas.microsoft.com/office/drawing/2014/main" id="{53385774-0531-9B44-92F5-D48472CB47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6557" y="885361"/>
              <a:ext cx="493014" cy="9398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FFD51B8-438F-4748-9F26-22DE056A06ED}"/>
              </a:ext>
            </a:extLst>
          </p:cNvPr>
          <p:cNvGrpSpPr/>
          <p:nvPr/>
        </p:nvGrpSpPr>
        <p:grpSpPr>
          <a:xfrm rot="10800000">
            <a:off x="4256357" y="3368823"/>
            <a:ext cx="863073" cy="401682"/>
            <a:chOff x="7176557" y="885361"/>
            <a:chExt cx="2019300" cy="939800"/>
          </a:xfrm>
        </p:grpSpPr>
        <p:cxnSp>
          <p:nvCxnSpPr>
            <p:cNvPr id="14" name="直线连接符 13">
              <a:extLst>
                <a:ext uri="{FF2B5EF4-FFF2-40B4-BE49-F238E27FC236}">
                  <a16:creationId xmlns:a16="http://schemas.microsoft.com/office/drawing/2014/main" id="{D614FAF3-2ECF-EB49-92F9-1E359AD8F41D}"/>
                </a:ext>
              </a:extLst>
            </p:cNvPr>
            <p:cNvCxnSpPr>
              <a:cxnSpLocks/>
            </p:cNvCxnSpPr>
            <p:nvPr/>
          </p:nvCxnSpPr>
          <p:spPr>
            <a:xfrm>
              <a:off x="7669571" y="885361"/>
              <a:ext cx="152628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95AF6472-E16D-D848-8246-977ADCF809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6557" y="885361"/>
              <a:ext cx="493014" cy="9398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9039DED5-E48F-7C42-A978-051ED795A9C8}"/>
              </a:ext>
            </a:extLst>
          </p:cNvPr>
          <p:cNvCxnSpPr>
            <a:cxnSpLocks/>
          </p:cNvCxnSpPr>
          <p:nvPr/>
        </p:nvCxnSpPr>
        <p:spPr>
          <a:xfrm>
            <a:off x="154133" y="4037905"/>
            <a:ext cx="244312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1689A502-E1AC-204D-AB38-E2E58D6BFE12}"/>
              </a:ext>
            </a:extLst>
          </p:cNvPr>
          <p:cNvSpPr txBox="1"/>
          <p:nvPr/>
        </p:nvSpPr>
        <p:spPr>
          <a:xfrm>
            <a:off x="6190385" y="1894030"/>
            <a:ext cx="1762021" cy="2196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400" dirty="0">
                <a:latin typeface="+mn-ea"/>
              </a:rPr>
              <a:t>1. </a:t>
            </a:r>
            <a:r>
              <a:rPr lang="zh-CN" altLang="en-US" sz="2400" dirty="0">
                <a:latin typeface="+mn-ea"/>
              </a:rPr>
              <a:t>程序结构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latin typeface="+mn-ea"/>
              </a:rPr>
              <a:t>2. </a:t>
            </a:r>
            <a:r>
              <a:rPr lang="zh-CN" altLang="en-US" sz="2400" dirty="0">
                <a:latin typeface="+mn-ea"/>
              </a:rPr>
              <a:t>数据结构</a:t>
            </a:r>
            <a:endParaRPr lang="en-US" altLang="zh-CN" sz="24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sz="2400" dirty="0">
                <a:latin typeface="+mn-ea"/>
              </a:rPr>
              <a:t>3. </a:t>
            </a:r>
            <a:r>
              <a:rPr lang="zh-CN" altLang="en-US" sz="2400" dirty="0">
                <a:latin typeface="+mn-ea"/>
              </a:rPr>
              <a:t>功能模块</a:t>
            </a:r>
          </a:p>
        </p:txBody>
      </p:sp>
      <p:sp>
        <p:nvSpPr>
          <p:cNvPr id="23" name="六边形 22">
            <a:extLst>
              <a:ext uri="{FF2B5EF4-FFF2-40B4-BE49-F238E27FC236}">
                <a16:creationId xmlns:a16="http://schemas.microsoft.com/office/drawing/2014/main" id="{A0D58030-AA5E-AC4A-9C84-CD34724B54BB}"/>
              </a:ext>
            </a:extLst>
          </p:cNvPr>
          <p:cNvSpPr/>
          <p:nvPr/>
        </p:nvSpPr>
        <p:spPr>
          <a:xfrm>
            <a:off x="9200416" y="6028421"/>
            <a:ext cx="378078" cy="325929"/>
          </a:xfrm>
          <a:prstGeom prst="hexagon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9452D426-B6D4-9747-8BF0-1588E89D6736}"/>
              </a:ext>
            </a:extLst>
          </p:cNvPr>
          <p:cNvCxnSpPr>
            <a:cxnSpLocks/>
          </p:cNvCxnSpPr>
          <p:nvPr/>
        </p:nvCxnSpPr>
        <p:spPr>
          <a:xfrm>
            <a:off x="9578494" y="6191386"/>
            <a:ext cx="2443125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937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六边形 1">
            <a:extLst>
              <a:ext uri="{FF2B5EF4-FFF2-40B4-BE49-F238E27FC236}">
                <a16:creationId xmlns:a16="http://schemas.microsoft.com/office/drawing/2014/main" id="{7447D1BD-B373-3E45-B54A-651471E35B5B}"/>
              </a:ext>
            </a:extLst>
          </p:cNvPr>
          <p:cNvSpPr/>
          <p:nvPr/>
        </p:nvSpPr>
        <p:spPr>
          <a:xfrm>
            <a:off x="2537549" y="2314936"/>
            <a:ext cx="1857629" cy="1601404"/>
          </a:xfrm>
          <a:prstGeom prst="hexag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9617E766-F2C5-6640-B83B-C94BB043BE18}"/>
              </a:ext>
            </a:extLst>
          </p:cNvPr>
          <p:cNvSpPr/>
          <p:nvPr/>
        </p:nvSpPr>
        <p:spPr>
          <a:xfrm>
            <a:off x="1803986" y="3775584"/>
            <a:ext cx="1168400" cy="1007241"/>
          </a:xfrm>
          <a:prstGeom prst="hexag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480550-281A-B44C-9C91-10E3CC5EDE22}"/>
              </a:ext>
            </a:extLst>
          </p:cNvPr>
          <p:cNvSpPr txBox="1"/>
          <p:nvPr/>
        </p:nvSpPr>
        <p:spPr>
          <a:xfrm>
            <a:off x="2860693" y="2565195"/>
            <a:ext cx="12453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1</a:t>
            </a:r>
            <a:endParaRPr kumimoji="1"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8C4057-C2AF-894C-8483-CDA2E3DE7851}"/>
              </a:ext>
            </a:extLst>
          </p:cNvPr>
          <p:cNvSpPr txBox="1"/>
          <p:nvPr/>
        </p:nvSpPr>
        <p:spPr>
          <a:xfrm>
            <a:off x="2847442" y="3390197"/>
            <a:ext cx="11733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PART</a:t>
            </a:r>
            <a:r>
              <a:rPr kumimoji="1"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kumimoji="1"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ONE</a:t>
            </a:r>
            <a:endParaRPr kumimoji="1" lang="zh-CN" alt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FACD50E-F1E1-244E-9608-8BA5C4C96FE5}"/>
              </a:ext>
            </a:extLst>
          </p:cNvPr>
          <p:cNvSpPr/>
          <p:nvPr/>
        </p:nvSpPr>
        <p:spPr>
          <a:xfrm>
            <a:off x="1762371" y="4228404"/>
            <a:ext cx="114300" cy="1143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7B13656-48AD-7246-BFCB-684622DCA142}"/>
              </a:ext>
            </a:extLst>
          </p:cNvPr>
          <p:cNvGrpSpPr/>
          <p:nvPr/>
        </p:nvGrpSpPr>
        <p:grpSpPr>
          <a:xfrm rot="10800000">
            <a:off x="3421470" y="3620614"/>
            <a:ext cx="863073" cy="401682"/>
            <a:chOff x="7176557" y="885361"/>
            <a:chExt cx="2019300" cy="939800"/>
          </a:xfrm>
        </p:grpSpPr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647AFD45-1A1C-A744-96CF-DFAEF921EE57}"/>
                </a:ext>
              </a:extLst>
            </p:cNvPr>
            <p:cNvCxnSpPr>
              <a:cxnSpLocks/>
            </p:cNvCxnSpPr>
            <p:nvPr/>
          </p:nvCxnSpPr>
          <p:spPr>
            <a:xfrm>
              <a:off x="7669571" y="885361"/>
              <a:ext cx="152628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9869426E-D8BB-B44B-BDE2-E3D16BEE7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6557" y="885361"/>
              <a:ext cx="493014" cy="9398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169B256B-E3CA-B842-8C5A-C53E0DD49DA4}"/>
              </a:ext>
            </a:extLst>
          </p:cNvPr>
          <p:cNvCxnSpPr>
            <a:cxnSpLocks/>
          </p:cNvCxnSpPr>
          <p:nvPr/>
        </p:nvCxnSpPr>
        <p:spPr>
          <a:xfrm>
            <a:off x="154133" y="4289696"/>
            <a:ext cx="1595154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C02147E-8C48-D04F-B7C9-D0D666579A9F}"/>
              </a:ext>
            </a:extLst>
          </p:cNvPr>
          <p:cNvSpPr txBox="1"/>
          <p:nvPr/>
        </p:nvSpPr>
        <p:spPr>
          <a:xfrm>
            <a:off x="4744827" y="2580573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dirty="0">
                <a:solidFill>
                  <a:srgbClr val="404040"/>
                </a:solidFill>
                <a:latin typeface="+mn-ea"/>
              </a:rPr>
              <a:t>程序结构</a:t>
            </a:r>
            <a:endParaRPr kumimoji="1" lang="en-US" altLang="zh-CN" sz="5400" dirty="0">
              <a:solidFill>
                <a:srgbClr val="40404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420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C58CE61E-C09E-CE4F-9024-7330F9390DF2}"/>
              </a:ext>
            </a:extLst>
          </p:cNvPr>
          <p:cNvSpPr txBox="1"/>
          <p:nvPr/>
        </p:nvSpPr>
        <p:spPr>
          <a:xfrm>
            <a:off x="1419501" y="275921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程序功能结构图</a:t>
            </a:r>
            <a:endParaRPr kumimoji="1"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CF6BA57-585A-4A61-AF04-21DC65B76BA8}"/>
              </a:ext>
            </a:extLst>
          </p:cNvPr>
          <p:cNvSpPr txBox="1"/>
          <p:nvPr/>
        </p:nvSpPr>
        <p:spPr>
          <a:xfrm>
            <a:off x="577312" y="399031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线连接符 31">
            <a:extLst>
              <a:ext uri="{FF2B5EF4-FFF2-40B4-BE49-F238E27FC236}">
                <a16:creationId xmlns:a16="http://schemas.microsoft.com/office/drawing/2014/main" id="{01BA83E2-0592-409F-ABC8-FFDCDD0AE8F8}"/>
              </a:ext>
            </a:extLst>
          </p:cNvPr>
          <p:cNvCxnSpPr>
            <a:cxnSpLocks/>
          </p:cNvCxnSpPr>
          <p:nvPr/>
        </p:nvCxnSpPr>
        <p:spPr>
          <a:xfrm>
            <a:off x="1101912" y="860696"/>
            <a:ext cx="10199501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îŝḷîḓé-AutoShape 13">
            <a:extLst>
              <a:ext uri="{FF2B5EF4-FFF2-40B4-BE49-F238E27FC236}">
                <a16:creationId xmlns:a16="http://schemas.microsoft.com/office/drawing/2014/main" id="{65EE03EB-C762-4930-92D5-613A696AD58F}"/>
              </a:ext>
            </a:extLst>
          </p:cNvPr>
          <p:cNvSpPr/>
          <p:nvPr/>
        </p:nvSpPr>
        <p:spPr bwMode="auto">
          <a:xfrm>
            <a:off x="11238161" y="801098"/>
            <a:ext cx="126503" cy="126503"/>
          </a:xfrm>
          <a:custGeom>
            <a:avLst/>
            <a:gdLst>
              <a:gd name="T0" fmla="*/ 161123 w 19679"/>
              <a:gd name="T1" fmla="*/ 176861 h 19679"/>
              <a:gd name="T2" fmla="*/ 161123 w 19679"/>
              <a:gd name="T3" fmla="*/ 176861 h 19679"/>
              <a:gd name="T4" fmla="*/ 161123 w 19679"/>
              <a:gd name="T5" fmla="*/ 176861 h 19679"/>
              <a:gd name="T6" fmla="*/ 161123 w 19679"/>
              <a:gd name="T7" fmla="*/ 176861 h 1967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txBody>
          <a:bodyPr lIns="50800" tIns="50800" rIns="50800" bIns="50800" anchor="ctr"/>
          <a:lstStyle/>
          <a:p>
            <a:endParaRPr lang="id-ID">
              <a:solidFill>
                <a:schemeClr val="tx2"/>
              </a:solidFill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7EB0D4A-13BC-1BB2-B179-1DFDDE74E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968" y="1139176"/>
            <a:ext cx="8511937" cy="536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50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六边形 1">
            <a:extLst>
              <a:ext uri="{FF2B5EF4-FFF2-40B4-BE49-F238E27FC236}">
                <a16:creationId xmlns:a16="http://schemas.microsoft.com/office/drawing/2014/main" id="{7447D1BD-B373-3E45-B54A-651471E35B5B}"/>
              </a:ext>
            </a:extLst>
          </p:cNvPr>
          <p:cNvSpPr/>
          <p:nvPr/>
        </p:nvSpPr>
        <p:spPr>
          <a:xfrm>
            <a:off x="2537549" y="2314936"/>
            <a:ext cx="1857629" cy="1601404"/>
          </a:xfrm>
          <a:prstGeom prst="hexag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9617E766-F2C5-6640-B83B-C94BB043BE18}"/>
              </a:ext>
            </a:extLst>
          </p:cNvPr>
          <p:cNvSpPr/>
          <p:nvPr/>
        </p:nvSpPr>
        <p:spPr>
          <a:xfrm>
            <a:off x="1803986" y="3775584"/>
            <a:ext cx="1168400" cy="1007241"/>
          </a:xfrm>
          <a:prstGeom prst="hexag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480550-281A-B44C-9C91-10E3CC5EDE22}"/>
              </a:ext>
            </a:extLst>
          </p:cNvPr>
          <p:cNvSpPr txBox="1"/>
          <p:nvPr/>
        </p:nvSpPr>
        <p:spPr>
          <a:xfrm>
            <a:off x="2860693" y="2565195"/>
            <a:ext cx="12453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2</a:t>
            </a:r>
            <a:endParaRPr kumimoji="1"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8C4057-C2AF-894C-8483-CDA2E3DE7851}"/>
              </a:ext>
            </a:extLst>
          </p:cNvPr>
          <p:cNvSpPr txBox="1"/>
          <p:nvPr/>
        </p:nvSpPr>
        <p:spPr>
          <a:xfrm>
            <a:off x="2847442" y="3390197"/>
            <a:ext cx="11733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PART</a:t>
            </a:r>
            <a:r>
              <a:rPr kumimoji="1"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kumimoji="1"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ONE</a:t>
            </a:r>
            <a:endParaRPr kumimoji="1" lang="zh-CN" alt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FACD50E-F1E1-244E-9608-8BA5C4C96FE5}"/>
              </a:ext>
            </a:extLst>
          </p:cNvPr>
          <p:cNvSpPr/>
          <p:nvPr/>
        </p:nvSpPr>
        <p:spPr>
          <a:xfrm>
            <a:off x="1762371" y="4228404"/>
            <a:ext cx="114300" cy="1143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7B13656-48AD-7246-BFCB-684622DCA142}"/>
              </a:ext>
            </a:extLst>
          </p:cNvPr>
          <p:cNvGrpSpPr/>
          <p:nvPr/>
        </p:nvGrpSpPr>
        <p:grpSpPr>
          <a:xfrm rot="10800000">
            <a:off x="3421470" y="3620614"/>
            <a:ext cx="863073" cy="401682"/>
            <a:chOff x="7176557" y="885361"/>
            <a:chExt cx="2019300" cy="939800"/>
          </a:xfrm>
        </p:grpSpPr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647AFD45-1A1C-A744-96CF-DFAEF921EE57}"/>
                </a:ext>
              </a:extLst>
            </p:cNvPr>
            <p:cNvCxnSpPr>
              <a:cxnSpLocks/>
            </p:cNvCxnSpPr>
            <p:nvPr/>
          </p:nvCxnSpPr>
          <p:spPr>
            <a:xfrm>
              <a:off x="7669571" y="885361"/>
              <a:ext cx="152628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9869426E-D8BB-B44B-BDE2-E3D16BEE7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6557" y="885361"/>
              <a:ext cx="493014" cy="9398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169B256B-E3CA-B842-8C5A-C53E0DD49DA4}"/>
              </a:ext>
            </a:extLst>
          </p:cNvPr>
          <p:cNvCxnSpPr>
            <a:cxnSpLocks/>
          </p:cNvCxnSpPr>
          <p:nvPr/>
        </p:nvCxnSpPr>
        <p:spPr>
          <a:xfrm>
            <a:off x="154133" y="4289696"/>
            <a:ext cx="1595154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C02147E-8C48-D04F-B7C9-D0D666579A9F}"/>
              </a:ext>
            </a:extLst>
          </p:cNvPr>
          <p:cNvSpPr txBox="1"/>
          <p:nvPr/>
        </p:nvSpPr>
        <p:spPr>
          <a:xfrm>
            <a:off x="4744827" y="2580573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dirty="0">
                <a:solidFill>
                  <a:srgbClr val="404040"/>
                </a:solidFill>
                <a:latin typeface="+mn-ea"/>
              </a:rPr>
              <a:t>数据结构</a:t>
            </a:r>
            <a:endParaRPr kumimoji="1" lang="en-US" altLang="zh-CN" sz="5400" dirty="0">
              <a:solidFill>
                <a:srgbClr val="40404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56670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C58CE61E-C09E-CE4F-9024-7330F9390DF2}"/>
              </a:ext>
            </a:extLst>
          </p:cNvPr>
          <p:cNvSpPr txBox="1"/>
          <p:nvPr/>
        </p:nvSpPr>
        <p:spPr>
          <a:xfrm>
            <a:off x="1419501" y="275921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数据结构</a:t>
            </a:r>
            <a:endParaRPr kumimoji="1" lang="en-US" altLang="zh-CN" sz="3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CF6BA57-585A-4A61-AF04-21DC65B76BA8}"/>
              </a:ext>
            </a:extLst>
          </p:cNvPr>
          <p:cNvSpPr txBox="1"/>
          <p:nvPr/>
        </p:nvSpPr>
        <p:spPr>
          <a:xfrm>
            <a:off x="577312" y="402370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线连接符 31">
            <a:extLst>
              <a:ext uri="{FF2B5EF4-FFF2-40B4-BE49-F238E27FC236}">
                <a16:creationId xmlns:a16="http://schemas.microsoft.com/office/drawing/2014/main" id="{01BA83E2-0592-409F-ABC8-FFDCDD0AE8F8}"/>
              </a:ext>
            </a:extLst>
          </p:cNvPr>
          <p:cNvCxnSpPr>
            <a:cxnSpLocks/>
          </p:cNvCxnSpPr>
          <p:nvPr/>
        </p:nvCxnSpPr>
        <p:spPr>
          <a:xfrm>
            <a:off x="1101912" y="860696"/>
            <a:ext cx="10199501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îŝḷîḓé-AutoShape 13">
            <a:extLst>
              <a:ext uri="{FF2B5EF4-FFF2-40B4-BE49-F238E27FC236}">
                <a16:creationId xmlns:a16="http://schemas.microsoft.com/office/drawing/2014/main" id="{65EE03EB-C762-4930-92D5-613A696AD58F}"/>
              </a:ext>
            </a:extLst>
          </p:cNvPr>
          <p:cNvSpPr/>
          <p:nvPr/>
        </p:nvSpPr>
        <p:spPr bwMode="auto">
          <a:xfrm>
            <a:off x="11238161" y="801098"/>
            <a:ext cx="126503" cy="126503"/>
          </a:xfrm>
          <a:custGeom>
            <a:avLst/>
            <a:gdLst>
              <a:gd name="T0" fmla="*/ 161123 w 19679"/>
              <a:gd name="T1" fmla="*/ 176861 h 19679"/>
              <a:gd name="T2" fmla="*/ 161123 w 19679"/>
              <a:gd name="T3" fmla="*/ 176861 h 19679"/>
              <a:gd name="T4" fmla="*/ 161123 w 19679"/>
              <a:gd name="T5" fmla="*/ 176861 h 19679"/>
              <a:gd name="T6" fmla="*/ 161123 w 19679"/>
              <a:gd name="T7" fmla="*/ 176861 h 1967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txBody>
          <a:bodyPr lIns="50800" tIns="50800" rIns="50800" bIns="50800" anchor="ctr"/>
          <a:lstStyle/>
          <a:p>
            <a:endParaRPr lang="id-ID">
              <a:solidFill>
                <a:schemeClr val="tx2"/>
              </a:solidFill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29D8C3-4741-388F-565E-3FB976B3CE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3901"/>
          <a:stretch/>
        </p:blipFill>
        <p:spPr>
          <a:xfrm>
            <a:off x="943118" y="1165485"/>
            <a:ext cx="4865409" cy="5416591"/>
          </a:xfrm>
          <a:prstGeom prst="rect">
            <a:avLst/>
          </a:prstGeom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98A4CF0-F61E-2F19-ECD7-4EB267EBB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88563"/>
              </p:ext>
            </p:extLst>
          </p:nvPr>
        </p:nvGraphicFramePr>
        <p:xfrm>
          <a:off x="6544870" y="1968515"/>
          <a:ext cx="498256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468">
                  <a:extLst>
                    <a:ext uri="{9D8B030D-6E8A-4147-A177-3AD203B41FA5}">
                      <a16:colId xmlns:a16="http://schemas.microsoft.com/office/drawing/2014/main" val="1238828021"/>
                    </a:ext>
                  </a:extLst>
                </a:gridCol>
                <a:gridCol w="1064302">
                  <a:extLst>
                    <a:ext uri="{9D8B030D-6E8A-4147-A177-3AD203B41FA5}">
                      <a16:colId xmlns:a16="http://schemas.microsoft.com/office/drawing/2014/main" val="4550981"/>
                    </a:ext>
                  </a:extLst>
                </a:gridCol>
                <a:gridCol w="816964">
                  <a:extLst>
                    <a:ext uri="{9D8B030D-6E8A-4147-A177-3AD203B41FA5}">
                      <a16:colId xmlns:a16="http://schemas.microsoft.com/office/drawing/2014/main" val="801017388"/>
                    </a:ext>
                  </a:extLst>
                </a:gridCol>
                <a:gridCol w="944380">
                  <a:extLst>
                    <a:ext uri="{9D8B030D-6E8A-4147-A177-3AD203B41FA5}">
                      <a16:colId xmlns:a16="http://schemas.microsoft.com/office/drawing/2014/main" val="1208199287"/>
                    </a:ext>
                  </a:extLst>
                </a:gridCol>
                <a:gridCol w="1596452">
                  <a:extLst>
                    <a:ext uri="{9D8B030D-6E8A-4147-A177-3AD203B41FA5}">
                      <a16:colId xmlns:a16="http://schemas.microsoft.com/office/drawing/2014/main" val="42049648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num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tele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 err="1">
                          <a:solidFill>
                            <a:schemeClr val="tx1"/>
                          </a:solidFill>
                        </a:rPr>
                        <a:t>qq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email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21359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BDB11AB-F500-8164-292B-B2FD36DECAC8}"/>
              </a:ext>
            </a:extLst>
          </p:cNvPr>
          <p:cNvSpPr txBox="1"/>
          <p:nvPr/>
        </p:nvSpPr>
        <p:spPr>
          <a:xfrm>
            <a:off x="6454929" y="1547855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Address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2D9E267-2843-5E66-B1D6-7DDCA27489DD}"/>
              </a:ext>
            </a:extLst>
          </p:cNvPr>
          <p:cNvSpPr/>
          <p:nvPr/>
        </p:nvSpPr>
        <p:spPr>
          <a:xfrm>
            <a:off x="760215" y="3678896"/>
            <a:ext cx="4910541" cy="29662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3879567-9785-B05B-2B7B-6E573523A6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662428"/>
              </p:ext>
            </p:extLst>
          </p:nvPr>
        </p:nvGraphicFramePr>
        <p:xfrm>
          <a:off x="6594419" y="3896684"/>
          <a:ext cx="2441734" cy="502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770">
                  <a:extLst>
                    <a:ext uri="{9D8B030D-6E8A-4147-A177-3AD203B41FA5}">
                      <a16:colId xmlns:a16="http://schemas.microsoft.com/office/drawing/2014/main" val="1238828021"/>
                    </a:ext>
                  </a:extLst>
                </a:gridCol>
                <a:gridCol w="816964">
                  <a:extLst>
                    <a:ext uri="{9D8B030D-6E8A-4147-A177-3AD203B41FA5}">
                      <a16:colId xmlns:a16="http://schemas.microsoft.com/office/drawing/2014/main" val="801017388"/>
                    </a:ext>
                  </a:extLst>
                </a:gridCol>
              </a:tblGrid>
              <a:tr h="502929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2135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347026E-3686-56BA-DA30-514A17BED457}"/>
              </a:ext>
            </a:extLst>
          </p:cNvPr>
          <p:cNvSpPr txBox="1"/>
          <p:nvPr/>
        </p:nvSpPr>
        <p:spPr>
          <a:xfrm>
            <a:off x="6504898" y="446668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LNode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80FDCF3F-6C4F-580A-05AA-01F14AEB8BD5}"/>
              </a:ext>
            </a:extLst>
          </p:cNvPr>
          <p:cNvCxnSpPr>
            <a:cxnSpLocks/>
          </p:cNvCxnSpPr>
          <p:nvPr/>
        </p:nvCxnSpPr>
        <p:spPr>
          <a:xfrm>
            <a:off x="8911652" y="4148148"/>
            <a:ext cx="4871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8FD1211-4128-8600-D39C-D9C645E968F6}"/>
              </a:ext>
            </a:extLst>
          </p:cNvPr>
          <p:cNvCxnSpPr/>
          <p:nvPr/>
        </p:nvCxnSpPr>
        <p:spPr>
          <a:xfrm>
            <a:off x="6544870" y="2339355"/>
            <a:ext cx="49549" cy="1557329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C2B943A-28A4-AA8F-7A9D-B92F94EE318C}"/>
              </a:ext>
            </a:extLst>
          </p:cNvPr>
          <p:cNvCxnSpPr>
            <a:cxnSpLocks/>
          </p:cNvCxnSpPr>
          <p:nvPr/>
        </p:nvCxnSpPr>
        <p:spPr>
          <a:xfrm flipH="1">
            <a:off x="8184630" y="2339355"/>
            <a:ext cx="3342806" cy="1557329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87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六边形 1">
            <a:extLst>
              <a:ext uri="{FF2B5EF4-FFF2-40B4-BE49-F238E27FC236}">
                <a16:creationId xmlns:a16="http://schemas.microsoft.com/office/drawing/2014/main" id="{7447D1BD-B373-3E45-B54A-651471E35B5B}"/>
              </a:ext>
            </a:extLst>
          </p:cNvPr>
          <p:cNvSpPr/>
          <p:nvPr/>
        </p:nvSpPr>
        <p:spPr>
          <a:xfrm>
            <a:off x="2537549" y="2314936"/>
            <a:ext cx="1857629" cy="1601404"/>
          </a:xfrm>
          <a:prstGeom prst="hexag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六边形 2">
            <a:extLst>
              <a:ext uri="{FF2B5EF4-FFF2-40B4-BE49-F238E27FC236}">
                <a16:creationId xmlns:a16="http://schemas.microsoft.com/office/drawing/2014/main" id="{9617E766-F2C5-6640-B83B-C94BB043BE18}"/>
              </a:ext>
            </a:extLst>
          </p:cNvPr>
          <p:cNvSpPr/>
          <p:nvPr/>
        </p:nvSpPr>
        <p:spPr>
          <a:xfrm>
            <a:off x="1803986" y="3775584"/>
            <a:ext cx="1168400" cy="1007241"/>
          </a:xfrm>
          <a:prstGeom prst="hexag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480550-281A-B44C-9C91-10E3CC5EDE22}"/>
              </a:ext>
            </a:extLst>
          </p:cNvPr>
          <p:cNvSpPr txBox="1"/>
          <p:nvPr/>
        </p:nvSpPr>
        <p:spPr>
          <a:xfrm>
            <a:off x="2860693" y="2565195"/>
            <a:ext cx="12453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60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3</a:t>
            </a:r>
            <a:endParaRPr kumimoji="1" lang="zh-CN" altLang="en-US" sz="600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8C4057-C2AF-894C-8483-CDA2E3DE7851}"/>
              </a:ext>
            </a:extLst>
          </p:cNvPr>
          <p:cNvSpPr txBox="1"/>
          <p:nvPr/>
        </p:nvSpPr>
        <p:spPr>
          <a:xfrm>
            <a:off x="2847442" y="3390197"/>
            <a:ext cx="117337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PART</a:t>
            </a:r>
            <a:r>
              <a:rPr kumimoji="1"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kumimoji="1" lang="en-US" altLang="zh-CN" sz="1000">
                <a:solidFill>
                  <a:schemeClr val="tx1">
                    <a:lumMod val="50000"/>
                    <a:lumOff val="50000"/>
                  </a:schemeClr>
                </a:solidFill>
              </a:rPr>
              <a:t>ONE</a:t>
            </a:r>
            <a:endParaRPr kumimoji="1" lang="zh-CN" altLang="en-US" sz="1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FACD50E-F1E1-244E-9608-8BA5C4C96FE5}"/>
              </a:ext>
            </a:extLst>
          </p:cNvPr>
          <p:cNvSpPr/>
          <p:nvPr/>
        </p:nvSpPr>
        <p:spPr>
          <a:xfrm>
            <a:off x="1762371" y="4228404"/>
            <a:ext cx="114300" cy="1143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7B13656-48AD-7246-BFCB-684622DCA142}"/>
              </a:ext>
            </a:extLst>
          </p:cNvPr>
          <p:cNvGrpSpPr/>
          <p:nvPr/>
        </p:nvGrpSpPr>
        <p:grpSpPr>
          <a:xfrm rot="10800000">
            <a:off x="3421470" y="3620614"/>
            <a:ext cx="863073" cy="401682"/>
            <a:chOff x="7176557" y="885361"/>
            <a:chExt cx="2019300" cy="939800"/>
          </a:xfrm>
        </p:grpSpPr>
        <p:cxnSp>
          <p:nvCxnSpPr>
            <p:cNvPr id="8" name="直线连接符 7">
              <a:extLst>
                <a:ext uri="{FF2B5EF4-FFF2-40B4-BE49-F238E27FC236}">
                  <a16:creationId xmlns:a16="http://schemas.microsoft.com/office/drawing/2014/main" id="{647AFD45-1A1C-A744-96CF-DFAEF921EE57}"/>
                </a:ext>
              </a:extLst>
            </p:cNvPr>
            <p:cNvCxnSpPr>
              <a:cxnSpLocks/>
            </p:cNvCxnSpPr>
            <p:nvPr/>
          </p:nvCxnSpPr>
          <p:spPr>
            <a:xfrm>
              <a:off x="7669571" y="885361"/>
              <a:ext cx="152628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9869426E-D8BB-B44B-BDE2-E3D16BEE7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6557" y="885361"/>
              <a:ext cx="493014" cy="9398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169B256B-E3CA-B842-8C5A-C53E0DD49DA4}"/>
              </a:ext>
            </a:extLst>
          </p:cNvPr>
          <p:cNvCxnSpPr>
            <a:cxnSpLocks/>
          </p:cNvCxnSpPr>
          <p:nvPr/>
        </p:nvCxnSpPr>
        <p:spPr>
          <a:xfrm>
            <a:off x="154133" y="4289696"/>
            <a:ext cx="1595154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BC02147E-8C48-D04F-B7C9-D0D666579A9F}"/>
              </a:ext>
            </a:extLst>
          </p:cNvPr>
          <p:cNvSpPr txBox="1"/>
          <p:nvPr/>
        </p:nvSpPr>
        <p:spPr>
          <a:xfrm>
            <a:off x="4744827" y="2580573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 dirty="0">
                <a:solidFill>
                  <a:srgbClr val="404040"/>
                </a:solidFill>
                <a:latin typeface="+mn-ea"/>
              </a:rPr>
              <a:t>功能模块</a:t>
            </a:r>
            <a:endParaRPr kumimoji="1" lang="en-US" altLang="zh-CN" sz="5400" dirty="0">
              <a:solidFill>
                <a:srgbClr val="40404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11778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C58CE61E-C09E-CE4F-9024-7330F9390DF2}"/>
              </a:ext>
            </a:extLst>
          </p:cNvPr>
          <p:cNvSpPr txBox="1"/>
          <p:nvPr/>
        </p:nvSpPr>
        <p:spPr>
          <a:xfrm>
            <a:off x="1419501" y="275921"/>
            <a:ext cx="37096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显示通讯录 </a:t>
            </a:r>
            <a:r>
              <a:rPr kumimoji="1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Show()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CF6BA57-585A-4A61-AF04-21DC65B76BA8}"/>
              </a:ext>
            </a:extLst>
          </p:cNvPr>
          <p:cNvSpPr txBox="1"/>
          <p:nvPr/>
        </p:nvSpPr>
        <p:spPr>
          <a:xfrm>
            <a:off x="385145" y="445549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3.1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线连接符 31">
            <a:extLst>
              <a:ext uri="{FF2B5EF4-FFF2-40B4-BE49-F238E27FC236}">
                <a16:creationId xmlns:a16="http://schemas.microsoft.com/office/drawing/2014/main" id="{01BA83E2-0592-409F-ABC8-FFDCDD0AE8F8}"/>
              </a:ext>
            </a:extLst>
          </p:cNvPr>
          <p:cNvCxnSpPr>
            <a:cxnSpLocks/>
          </p:cNvCxnSpPr>
          <p:nvPr/>
        </p:nvCxnSpPr>
        <p:spPr>
          <a:xfrm>
            <a:off x="1101912" y="860696"/>
            <a:ext cx="10199501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îŝḷîḓé-AutoShape 13">
            <a:extLst>
              <a:ext uri="{FF2B5EF4-FFF2-40B4-BE49-F238E27FC236}">
                <a16:creationId xmlns:a16="http://schemas.microsoft.com/office/drawing/2014/main" id="{65EE03EB-C762-4930-92D5-613A696AD58F}"/>
              </a:ext>
            </a:extLst>
          </p:cNvPr>
          <p:cNvSpPr/>
          <p:nvPr/>
        </p:nvSpPr>
        <p:spPr bwMode="auto">
          <a:xfrm>
            <a:off x="11238161" y="801098"/>
            <a:ext cx="126503" cy="126503"/>
          </a:xfrm>
          <a:custGeom>
            <a:avLst/>
            <a:gdLst>
              <a:gd name="T0" fmla="*/ 161123 w 19679"/>
              <a:gd name="T1" fmla="*/ 176861 h 19679"/>
              <a:gd name="T2" fmla="*/ 161123 w 19679"/>
              <a:gd name="T3" fmla="*/ 176861 h 19679"/>
              <a:gd name="T4" fmla="*/ 161123 w 19679"/>
              <a:gd name="T5" fmla="*/ 176861 h 19679"/>
              <a:gd name="T6" fmla="*/ 161123 w 19679"/>
              <a:gd name="T7" fmla="*/ 176861 h 1967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txBody>
          <a:bodyPr lIns="50800" tIns="50800" rIns="50800" bIns="50800" anchor="ctr"/>
          <a:lstStyle/>
          <a:p>
            <a:endParaRPr lang="id-ID">
              <a:solidFill>
                <a:schemeClr val="tx2"/>
              </a:solidFill>
              <a:ea typeface="微软雅黑" panose="020B0503020204020204" pitchFamily="34" charset="-122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1FE800DA-2A8B-A931-FE32-B6264CE21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538087"/>
              </p:ext>
            </p:extLst>
          </p:nvPr>
        </p:nvGraphicFramePr>
        <p:xfrm>
          <a:off x="1323241" y="5123882"/>
          <a:ext cx="2137752" cy="933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797">
                  <a:extLst>
                    <a:ext uri="{9D8B030D-6E8A-4147-A177-3AD203B41FA5}">
                      <a16:colId xmlns:a16="http://schemas.microsoft.com/office/drawing/2014/main" val="1238828021"/>
                    </a:ext>
                  </a:extLst>
                </a:gridCol>
                <a:gridCol w="718955">
                  <a:extLst>
                    <a:ext uri="{9D8B030D-6E8A-4147-A177-3AD203B41FA5}">
                      <a16:colId xmlns:a16="http://schemas.microsoft.com/office/drawing/2014/main" val="801017388"/>
                    </a:ext>
                  </a:extLst>
                </a:gridCol>
              </a:tblGrid>
              <a:tr h="568061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21359"/>
                  </a:ext>
                </a:extLst>
              </a:tr>
              <a:tr h="35780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31599"/>
                  </a:ext>
                </a:extLst>
              </a:tr>
            </a:tbl>
          </a:graphicData>
        </a:graphic>
      </p:graphicFrame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AADF19F-D7D8-C3B9-B3E3-790A0E877A16}"/>
              </a:ext>
            </a:extLst>
          </p:cNvPr>
          <p:cNvCxnSpPr>
            <a:cxnSpLocks/>
          </p:cNvCxnSpPr>
          <p:nvPr/>
        </p:nvCxnSpPr>
        <p:spPr>
          <a:xfrm>
            <a:off x="725236" y="5375346"/>
            <a:ext cx="5980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BC0D6796-A97E-8F2C-7C5E-0ACBD330FD05}"/>
              </a:ext>
            </a:extLst>
          </p:cNvPr>
          <p:cNvSpPr txBox="1"/>
          <p:nvPr/>
        </p:nvSpPr>
        <p:spPr>
          <a:xfrm>
            <a:off x="839721" y="500601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24BF672-9CCB-80D5-C222-47899D5801B3}"/>
              </a:ext>
            </a:extLst>
          </p:cNvPr>
          <p:cNvSpPr txBox="1"/>
          <p:nvPr/>
        </p:nvSpPr>
        <p:spPr>
          <a:xfrm>
            <a:off x="2883296" y="522146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∧</a:t>
            </a:r>
            <a:endParaRPr lang="zh-CN" altLang="en-US" dirty="0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92849B6D-B126-60C6-B13A-9BBD2B0D45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425777"/>
              </p:ext>
            </p:extLst>
          </p:nvPr>
        </p:nvGraphicFramePr>
        <p:xfrm>
          <a:off x="3788397" y="5124336"/>
          <a:ext cx="2137752" cy="933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797">
                  <a:extLst>
                    <a:ext uri="{9D8B030D-6E8A-4147-A177-3AD203B41FA5}">
                      <a16:colId xmlns:a16="http://schemas.microsoft.com/office/drawing/2014/main" val="1238828021"/>
                    </a:ext>
                  </a:extLst>
                </a:gridCol>
                <a:gridCol w="718955">
                  <a:extLst>
                    <a:ext uri="{9D8B030D-6E8A-4147-A177-3AD203B41FA5}">
                      <a16:colId xmlns:a16="http://schemas.microsoft.com/office/drawing/2014/main" val="801017388"/>
                    </a:ext>
                  </a:extLst>
                </a:gridCol>
              </a:tblGrid>
              <a:tr h="568061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21359"/>
                  </a:ext>
                </a:extLst>
              </a:tr>
              <a:tr h="35780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31599"/>
                  </a:ext>
                </a:extLst>
              </a:tr>
            </a:tbl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F4DC4846-B9D8-7A4C-97DA-CF9C0CF84232}"/>
              </a:ext>
            </a:extLst>
          </p:cNvPr>
          <p:cNvSpPr txBox="1"/>
          <p:nvPr/>
        </p:nvSpPr>
        <p:spPr>
          <a:xfrm>
            <a:off x="6736192" y="399987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∧</a:t>
            </a:r>
            <a:endParaRPr lang="zh-CN" altLang="en-US" dirty="0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FC10F68A-CBD3-EBE1-37B4-C0501D491C16}"/>
              </a:ext>
            </a:extLst>
          </p:cNvPr>
          <p:cNvCxnSpPr>
            <a:cxnSpLocks/>
          </p:cNvCxnSpPr>
          <p:nvPr/>
        </p:nvCxnSpPr>
        <p:spPr>
          <a:xfrm>
            <a:off x="3298794" y="5405154"/>
            <a:ext cx="4896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13D097F9-1003-373B-3E98-2DC60696CF7F}"/>
              </a:ext>
            </a:extLst>
          </p:cNvPr>
          <p:cNvSpPr/>
          <p:nvPr/>
        </p:nvSpPr>
        <p:spPr>
          <a:xfrm>
            <a:off x="2883296" y="5226394"/>
            <a:ext cx="355495" cy="3634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434A4374-97F7-E071-A05C-68845D462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473" y="1206773"/>
            <a:ext cx="8060919" cy="3177637"/>
          </a:xfrm>
          <a:prstGeom prst="rect">
            <a:avLst/>
          </a:prstGeom>
        </p:spPr>
      </p:pic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700EFE53-4713-6039-BB91-0EE312E7F0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488258"/>
              </p:ext>
            </p:extLst>
          </p:nvPr>
        </p:nvGraphicFramePr>
        <p:xfrm>
          <a:off x="6265853" y="5122909"/>
          <a:ext cx="2137752" cy="933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797">
                  <a:extLst>
                    <a:ext uri="{9D8B030D-6E8A-4147-A177-3AD203B41FA5}">
                      <a16:colId xmlns:a16="http://schemas.microsoft.com/office/drawing/2014/main" val="1238828021"/>
                    </a:ext>
                  </a:extLst>
                </a:gridCol>
                <a:gridCol w="718955">
                  <a:extLst>
                    <a:ext uri="{9D8B030D-6E8A-4147-A177-3AD203B41FA5}">
                      <a16:colId xmlns:a16="http://schemas.microsoft.com/office/drawing/2014/main" val="801017388"/>
                    </a:ext>
                  </a:extLst>
                </a:gridCol>
              </a:tblGrid>
              <a:tr h="568061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21359"/>
                  </a:ext>
                </a:extLst>
              </a:tr>
              <a:tr h="35780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31599"/>
                  </a:ext>
                </a:extLst>
              </a:tr>
            </a:tbl>
          </a:graphicData>
        </a:graphic>
      </p:graphicFrame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C7BBB2F2-B149-EC05-6743-6CA50826AFAF}"/>
              </a:ext>
            </a:extLst>
          </p:cNvPr>
          <p:cNvCxnSpPr>
            <a:cxnSpLocks/>
          </p:cNvCxnSpPr>
          <p:nvPr/>
        </p:nvCxnSpPr>
        <p:spPr>
          <a:xfrm>
            <a:off x="5776250" y="5405154"/>
            <a:ext cx="4896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表格 43">
            <a:extLst>
              <a:ext uri="{FF2B5EF4-FFF2-40B4-BE49-F238E27FC236}">
                <a16:creationId xmlns:a16="http://schemas.microsoft.com/office/drawing/2014/main" id="{45327C35-5D8F-11F7-2094-EBB5A7F57B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67388"/>
              </p:ext>
            </p:extLst>
          </p:nvPr>
        </p:nvGraphicFramePr>
        <p:xfrm>
          <a:off x="8719379" y="5124336"/>
          <a:ext cx="2137752" cy="933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797">
                  <a:extLst>
                    <a:ext uri="{9D8B030D-6E8A-4147-A177-3AD203B41FA5}">
                      <a16:colId xmlns:a16="http://schemas.microsoft.com/office/drawing/2014/main" val="1238828021"/>
                    </a:ext>
                  </a:extLst>
                </a:gridCol>
                <a:gridCol w="718955">
                  <a:extLst>
                    <a:ext uri="{9D8B030D-6E8A-4147-A177-3AD203B41FA5}">
                      <a16:colId xmlns:a16="http://schemas.microsoft.com/office/drawing/2014/main" val="801017388"/>
                    </a:ext>
                  </a:extLst>
                </a:gridCol>
              </a:tblGrid>
              <a:tr h="568061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21359"/>
                  </a:ext>
                </a:extLst>
              </a:tr>
              <a:tr h="35780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31599"/>
                  </a:ext>
                </a:extLst>
              </a:tr>
            </a:tbl>
          </a:graphicData>
        </a:graphic>
      </p:graphicFrame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870F11B-85C7-C498-B38E-F16107AE4411}"/>
              </a:ext>
            </a:extLst>
          </p:cNvPr>
          <p:cNvCxnSpPr>
            <a:cxnSpLocks/>
          </p:cNvCxnSpPr>
          <p:nvPr/>
        </p:nvCxnSpPr>
        <p:spPr>
          <a:xfrm>
            <a:off x="8224621" y="5348782"/>
            <a:ext cx="4896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2A1F428B-FC0F-3DE0-EDA8-8D39652D1131}"/>
              </a:ext>
            </a:extLst>
          </p:cNvPr>
          <p:cNvGrpSpPr/>
          <p:nvPr/>
        </p:nvGrpSpPr>
        <p:grpSpPr>
          <a:xfrm>
            <a:off x="1448698" y="4571742"/>
            <a:ext cx="311304" cy="666497"/>
            <a:chOff x="1448698" y="4571742"/>
            <a:chExt cx="311304" cy="666497"/>
          </a:xfrm>
        </p:grpSpPr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28A1043-95F2-12D1-4145-284ADEAB998A}"/>
                </a:ext>
              </a:extLst>
            </p:cNvPr>
            <p:cNvSpPr txBox="1"/>
            <p:nvPr/>
          </p:nvSpPr>
          <p:spPr>
            <a:xfrm>
              <a:off x="1448698" y="4591908"/>
              <a:ext cx="3113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p</a:t>
              </a:r>
            </a:p>
            <a:p>
              <a:endParaRPr lang="zh-CN" altLang="en-US" dirty="0"/>
            </a:p>
          </p:txBody>
        </p: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6F9BF1B9-D587-DBAB-B0B5-72B15C4B303B}"/>
                </a:ext>
              </a:extLst>
            </p:cNvPr>
            <p:cNvCxnSpPr>
              <a:cxnSpLocks/>
            </p:cNvCxnSpPr>
            <p:nvPr/>
          </p:nvCxnSpPr>
          <p:spPr>
            <a:xfrm>
              <a:off x="1729215" y="4571742"/>
              <a:ext cx="0" cy="55116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4BFC6AEE-4AA9-8CF7-FAD9-2856F1A35C4F}"/>
              </a:ext>
            </a:extLst>
          </p:cNvPr>
          <p:cNvSpPr txBox="1"/>
          <p:nvPr/>
        </p:nvSpPr>
        <p:spPr>
          <a:xfrm>
            <a:off x="10297724" y="524243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1682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2.22222E-6 L 0.20156 0.0013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1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0156 0.00139 L 0.41341 0.0013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8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1341 0.00139 L 0.61498 0.0027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78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C58CE61E-C09E-CE4F-9024-7330F9390DF2}"/>
              </a:ext>
            </a:extLst>
          </p:cNvPr>
          <p:cNvSpPr txBox="1"/>
          <p:nvPr/>
        </p:nvSpPr>
        <p:spPr>
          <a:xfrm>
            <a:off x="1419501" y="275921"/>
            <a:ext cx="45288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新建通讯录 </a:t>
            </a:r>
            <a:r>
              <a:rPr kumimoji="1" lang="en-US" altLang="zh-CN" sz="3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New_One</a:t>
            </a:r>
            <a:r>
              <a:rPr kumimoji="1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CF6BA57-585A-4A61-AF04-21DC65B76BA8}"/>
              </a:ext>
            </a:extLst>
          </p:cNvPr>
          <p:cNvSpPr txBox="1"/>
          <p:nvPr/>
        </p:nvSpPr>
        <p:spPr>
          <a:xfrm>
            <a:off x="385145" y="445549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3.2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线连接符 31">
            <a:extLst>
              <a:ext uri="{FF2B5EF4-FFF2-40B4-BE49-F238E27FC236}">
                <a16:creationId xmlns:a16="http://schemas.microsoft.com/office/drawing/2014/main" id="{01BA83E2-0592-409F-ABC8-FFDCDD0AE8F8}"/>
              </a:ext>
            </a:extLst>
          </p:cNvPr>
          <p:cNvCxnSpPr>
            <a:cxnSpLocks/>
          </p:cNvCxnSpPr>
          <p:nvPr/>
        </p:nvCxnSpPr>
        <p:spPr>
          <a:xfrm>
            <a:off x="1101912" y="860696"/>
            <a:ext cx="10199501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îŝḷîḓé-AutoShape 13">
            <a:extLst>
              <a:ext uri="{FF2B5EF4-FFF2-40B4-BE49-F238E27FC236}">
                <a16:creationId xmlns:a16="http://schemas.microsoft.com/office/drawing/2014/main" id="{65EE03EB-C762-4930-92D5-613A696AD58F}"/>
              </a:ext>
            </a:extLst>
          </p:cNvPr>
          <p:cNvSpPr/>
          <p:nvPr/>
        </p:nvSpPr>
        <p:spPr bwMode="auto">
          <a:xfrm>
            <a:off x="11238161" y="801098"/>
            <a:ext cx="126503" cy="126503"/>
          </a:xfrm>
          <a:custGeom>
            <a:avLst/>
            <a:gdLst>
              <a:gd name="T0" fmla="*/ 161123 w 19679"/>
              <a:gd name="T1" fmla="*/ 176861 h 19679"/>
              <a:gd name="T2" fmla="*/ 161123 w 19679"/>
              <a:gd name="T3" fmla="*/ 176861 h 19679"/>
              <a:gd name="T4" fmla="*/ 161123 w 19679"/>
              <a:gd name="T5" fmla="*/ 176861 h 19679"/>
              <a:gd name="T6" fmla="*/ 161123 w 19679"/>
              <a:gd name="T7" fmla="*/ 176861 h 1967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txBody>
          <a:bodyPr lIns="50800" tIns="50800" rIns="50800" bIns="50800" anchor="ctr"/>
          <a:lstStyle/>
          <a:p>
            <a:endParaRPr lang="id-ID">
              <a:solidFill>
                <a:schemeClr val="tx2"/>
              </a:solidFill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138EB6D-A642-E3C8-2BBB-157D9E44B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45" y="1322361"/>
            <a:ext cx="5977686" cy="486410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A7A602B-08C3-8396-2518-7CD6344BC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828" y="1322361"/>
            <a:ext cx="4958015" cy="2018035"/>
          </a:xfrm>
          <a:prstGeom prst="rect">
            <a:avLst/>
          </a:prstGeom>
        </p:spPr>
      </p:pic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1FE800DA-2A8B-A931-FE32-B6264CE21BC9}"/>
              </a:ext>
            </a:extLst>
          </p:cNvPr>
          <p:cNvGraphicFramePr>
            <a:graphicFrameLocks noGrp="1"/>
          </p:cNvGraphicFramePr>
          <p:nvPr/>
        </p:nvGraphicFramePr>
        <p:xfrm>
          <a:off x="6153506" y="4561235"/>
          <a:ext cx="2137752" cy="933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797">
                  <a:extLst>
                    <a:ext uri="{9D8B030D-6E8A-4147-A177-3AD203B41FA5}">
                      <a16:colId xmlns:a16="http://schemas.microsoft.com/office/drawing/2014/main" val="1238828021"/>
                    </a:ext>
                  </a:extLst>
                </a:gridCol>
                <a:gridCol w="718955">
                  <a:extLst>
                    <a:ext uri="{9D8B030D-6E8A-4147-A177-3AD203B41FA5}">
                      <a16:colId xmlns:a16="http://schemas.microsoft.com/office/drawing/2014/main" val="801017388"/>
                    </a:ext>
                  </a:extLst>
                </a:gridCol>
              </a:tblGrid>
              <a:tr h="568061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21359"/>
                  </a:ext>
                </a:extLst>
              </a:tr>
              <a:tr h="35780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31599"/>
                  </a:ext>
                </a:extLst>
              </a:tr>
            </a:tbl>
          </a:graphicData>
        </a:graphic>
      </p:graphicFrame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AADF19F-D7D8-C3B9-B3E3-790A0E877A16}"/>
              </a:ext>
            </a:extLst>
          </p:cNvPr>
          <p:cNvCxnSpPr>
            <a:cxnSpLocks/>
          </p:cNvCxnSpPr>
          <p:nvPr/>
        </p:nvCxnSpPr>
        <p:spPr>
          <a:xfrm>
            <a:off x="5555501" y="4812699"/>
            <a:ext cx="5980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BC0D6796-A97E-8F2C-7C5E-0ACBD330FD05}"/>
              </a:ext>
            </a:extLst>
          </p:cNvPr>
          <p:cNvSpPr txBox="1"/>
          <p:nvPr/>
        </p:nvSpPr>
        <p:spPr>
          <a:xfrm>
            <a:off x="5669986" y="444336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24BF672-9CCB-80D5-C222-47899D5801B3}"/>
              </a:ext>
            </a:extLst>
          </p:cNvPr>
          <p:cNvSpPr txBox="1"/>
          <p:nvPr/>
        </p:nvSpPr>
        <p:spPr>
          <a:xfrm>
            <a:off x="7713561" y="465881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∧</a:t>
            </a:r>
            <a:endParaRPr lang="zh-CN" altLang="en-US" dirty="0"/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528F474-5A8D-9DB8-E80A-147944DD3FD4}"/>
              </a:ext>
            </a:extLst>
          </p:cNvPr>
          <p:cNvGrpSpPr/>
          <p:nvPr/>
        </p:nvGrpSpPr>
        <p:grpSpPr>
          <a:xfrm>
            <a:off x="5555501" y="4945111"/>
            <a:ext cx="598005" cy="369332"/>
            <a:chOff x="5555501" y="4945111"/>
            <a:chExt cx="598005" cy="369332"/>
          </a:xfrm>
        </p:grpSpPr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CC5D7593-DB50-9660-CB79-4A2998BCAF6F}"/>
                </a:ext>
              </a:extLst>
            </p:cNvPr>
            <p:cNvCxnSpPr>
              <a:cxnSpLocks/>
            </p:cNvCxnSpPr>
            <p:nvPr/>
          </p:nvCxnSpPr>
          <p:spPr>
            <a:xfrm>
              <a:off x="5555501" y="5014297"/>
              <a:ext cx="5980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AE370EDD-DDCF-FC46-1020-6B1F8F34D358}"/>
                </a:ext>
              </a:extLst>
            </p:cNvPr>
            <p:cNvSpPr txBox="1"/>
            <p:nvPr/>
          </p:nvSpPr>
          <p:spPr>
            <a:xfrm>
              <a:off x="5698851" y="49451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</a:t>
              </a:r>
              <a:endParaRPr lang="zh-CN" altLang="en-US" dirty="0"/>
            </a:p>
          </p:txBody>
        </p:sp>
      </p:grp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92849B6D-B126-60C6-B13A-9BBD2B0D4577}"/>
              </a:ext>
            </a:extLst>
          </p:cNvPr>
          <p:cNvGraphicFramePr>
            <a:graphicFrameLocks noGrp="1"/>
          </p:cNvGraphicFramePr>
          <p:nvPr/>
        </p:nvGraphicFramePr>
        <p:xfrm>
          <a:off x="8946994" y="4547386"/>
          <a:ext cx="2137752" cy="933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8797">
                  <a:extLst>
                    <a:ext uri="{9D8B030D-6E8A-4147-A177-3AD203B41FA5}">
                      <a16:colId xmlns:a16="http://schemas.microsoft.com/office/drawing/2014/main" val="1238828021"/>
                    </a:ext>
                  </a:extLst>
                </a:gridCol>
                <a:gridCol w="718955">
                  <a:extLst>
                    <a:ext uri="{9D8B030D-6E8A-4147-A177-3AD203B41FA5}">
                      <a16:colId xmlns:a16="http://schemas.microsoft.com/office/drawing/2014/main" val="801017388"/>
                    </a:ext>
                  </a:extLst>
                </a:gridCol>
              </a:tblGrid>
              <a:tr h="568061"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521359"/>
                  </a:ext>
                </a:extLst>
              </a:tr>
              <a:tr h="35780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zh-CN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831599"/>
                  </a:ext>
                </a:extLst>
              </a:tr>
            </a:tbl>
          </a:graphicData>
        </a:graphic>
      </p:graphicFrame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76687D3-465B-A96C-B310-1B60C8865CDB}"/>
              </a:ext>
            </a:extLst>
          </p:cNvPr>
          <p:cNvCxnSpPr>
            <a:cxnSpLocks/>
          </p:cNvCxnSpPr>
          <p:nvPr/>
        </p:nvCxnSpPr>
        <p:spPr>
          <a:xfrm>
            <a:off x="9185881" y="4083389"/>
            <a:ext cx="0" cy="4639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E7EB2C5C-9921-D1C3-4B2A-18BA832E153A}"/>
              </a:ext>
            </a:extLst>
          </p:cNvPr>
          <p:cNvSpPr txBox="1"/>
          <p:nvPr/>
        </p:nvSpPr>
        <p:spPr>
          <a:xfrm>
            <a:off x="8902088" y="4048615"/>
            <a:ext cx="3113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</a:t>
            </a:r>
          </a:p>
          <a:p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4DC4846-B9D8-7A4C-97DA-CF9C0CF84232}"/>
              </a:ext>
            </a:extLst>
          </p:cNvPr>
          <p:cNvSpPr txBox="1"/>
          <p:nvPr/>
        </p:nvSpPr>
        <p:spPr>
          <a:xfrm>
            <a:off x="10505473" y="465784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∧</a:t>
            </a:r>
            <a:endParaRPr lang="zh-CN" altLang="en-US" dirty="0"/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FC10F68A-CBD3-EBE1-37B4-C0501D491C16}"/>
              </a:ext>
            </a:extLst>
          </p:cNvPr>
          <p:cNvCxnSpPr/>
          <p:nvPr/>
        </p:nvCxnSpPr>
        <p:spPr>
          <a:xfrm>
            <a:off x="8129059" y="4842507"/>
            <a:ext cx="8179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13D097F9-1003-373B-3E98-2DC60696CF7F}"/>
              </a:ext>
            </a:extLst>
          </p:cNvPr>
          <p:cNvSpPr/>
          <p:nvPr/>
        </p:nvSpPr>
        <p:spPr>
          <a:xfrm>
            <a:off x="7713561" y="4663747"/>
            <a:ext cx="355495" cy="3634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2171A2CA-3B71-C733-3F36-50C7E8906B0B}"/>
              </a:ext>
            </a:extLst>
          </p:cNvPr>
          <p:cNvGrpSpPr/>
          <p:nvPr/>
        </p:nvGrpSpPr>
        <p:grpSpPr>
          <a:xfrm>
            <a:off x="8348989" y="4960422"/>
            <a:ext cx="598005" cy="369332"/>
            <a:chOff x="5555501" y="4945111"/>
            <a:chExt cx="598005" cy="369332"/>
          </a:xfrm>
        </p:grpSpPr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35E66315-A33C-3320-2C00-888062E93A38}"/>
                </a:ext>
              </a:extLst>
            </p:cNvPr>
            <p:cNvCxnSpPr>
              <a:cxnSpLocks/>
            </p:cNvCxnSpPr>
            <p:nvPr/>
          </p:nvCxnSpPr>
          <p:spPr>
            <a:xfrm>
              <a:off x="5555501" y="5014297"/>
              <a:ext cx="5980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CF5987FC-97D9-2117-D149-DA2293B19937}"/>
                </a:ext>
              </a:extLst>
            </p:cNvPr>
            <p:cNvSpPr txBox="1"/>
            <p:nvPr/>
          </p:nvSpPr>
          <p:spPr>
            <a:xfrm>
              <a:off x="5698851" y="4945111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5696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4" grpId="0"/>
      <p:bldP spid="26" grpId="0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C58CE61E-C09E-CE4F-9024-7330F9390DF2}"/>
              </a:ext>
            </a:extLst>
          </p:cNvPr>
          <p:cNvSpPr txBox="1"/>
          <p:nvPr/>
        </p:nvSpPr>
        <p:spPr>
          <a:xfrm>
            <a:off x="1419501" y="275921"/>
            <a:ext cx="41969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添加联系人 </a:t>
            </a:r>
            <a:r>
              <a:rPr kumimoji="1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Append()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CF6BA57-585A-4A61-AF04-21DC65B76BA8}"/>
              </a:ext>
            </a:extLst>
          </p:cNvPr>
          <p:cNvSpPr txBox="1"/>
          <p:nvPr/>
        </p:nvSpPr>
        <p:spPr>
          <a:xfrm>
            <a:off x="385145" y="445549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3.3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线连接符 31">
            <a:extLst>
              <a:ext uri="{FF2B5EF4-FFF2-40B4-BE49-F238E27FC236}">
                <a16:creationId xmlns:a16="http://schemas.microsoft.com/office/drawing/2014/main" id="{01BA83E2-0592-409F-ABC8-FFDCDD0AE8F8}"/>
              </a:ext>
            </a:extLst>
          </p:cNvPr>
          <p:cNvCxnSpPr>
            <a:cxnSpLocks/>
          </p:cNvCxnSpPr>
          <p:nvPr/>
        </p:nvCxnSpPr>
        <p:spPr>
          <a:xfrm>
            <a:off x="1101912" y="860696"/>
            <a:ext cx="10199501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îŝḷîḓé-AutoShape 13">
            <a:extLst>
              <a:ext uri="{FF2B5EF4-FFF2-40B4-BE49-F238E27FC236}">
                <a16:creationId xmlns:a16="http://schemas.microsoft.com/office/drawing/2014/main" id="{65EE03EB-C762-4930-92D5-613A696AD58F}"/>
              </a:ext>
            </a:extLst>
          </p:cNvPr>
          <p:cNvSpPr/>
          <p:nvPr/>
        </p:nvSpPr>
        <p:spPr bwMode="auto">
          <a:xfrm>
            <a:off x="11238161" y="801098"/>
            <a:ext cx="126503" cy="126503"/>
          </a:xfrm>
          <a:custGeom>
            <a:avLst/>
            <a:gdLst>
              <a:gd name="T0" fmla="*/ 161123 w 19679"/>
              <a:gd name="T1" fmla="*/ 176861 h 19679"/>
              <a:gd name="T2" fmla="*/ 161123 w 19679"/>
              <a:gd name="T3" fmla="*/ 176861 h 19679"/>
              <a:gd name="T4" fmla="*/ 161123 w 19679"/>
              <a:gd name="T5" fmla="*/ 176861 h 19679"/>
              <a:gd name="T6" fmla="*/ 161123 w 19679"/>
              <a:gd name="T7" fmla="*/ 176861 h 1967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txBody>
          <a:bodyPr lIns="50800" tIns="50800" rIns="50800" bIns="50800" anchor="ctr"/>
          <a:lstStyle/>
          <a:p>
            <a:endParaRPr lang="id-ID">
              <a:solidFill>
                <a:schemeClr val="tx2"/>
              </a:solidFill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98E79A-F2CA-D865-52B0-CC79B288EF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5980"/>
          <a:stretch/>
        </p:blipFill>
        <p:spPr>
          <a:xfrm>
            <a:off x="918934" y="1233743"/>
            <a:ext cx="5502806" cy="529757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CDED215-0398-D77C-66A3-B250B983C6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3325"/>
          <a:stretch/>
        </p:blipFill>
        <p:spPr>
          <a:xfrm>
            <a:off x="6096000" y="1300647"/>
            <a:ext cx="5379105" cy="296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628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C58CE61E-C09E-CE4F-9024-7330F9390DF2}"/>
              </a:ext>
            </a:extLst>
          </p:cNvPr>
          <p:cNvSpPr txBox="1"/>
          <p:nvPr/>
        </p:nvSpPr>
        <p:spPr>
          <a:xfrm>
            <a:off x="1419501" y="275921"/>
            <a:ext cx="3307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打开文件 </a:t>
            </a:r>
            <a:r>
              <a:rPr kumimoji="1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Open()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CF6BA57-585A-4A61-AF04-21DC65B76BA8}"/>
              </a:ext>
            </a:extLst>
          </p:cNvPr>
          <p:cNvSpPr txBox="1"/>
          <p:nvPr/>
        </p:nvSpPr>
        <p:spPr>
          <a:xfrm>
            <a:off x="385145" y="445549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3.4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线连接符 31">
            <a:extLst>
              <a:ext uri="{FF2B5EF4-FFF2-40B4-BE49-F238E27FC236}">
                <a16:creationId xmlns:a16="http://schemas.microsoft.com/office/drawing/2014/main" id="{01BA83E2-0592-409F-ABC8-FFDCDD0AE8F8}"/>
              </a:ext>
            </a:extLst>
          </p:cNvPr>
          <p:cNvCxnSpPr>
            <a:cxnSpLocks/>
          </p:cNvCxnSpPr>
          <p:nvPr/>
        </p:nvCxnSpPr>
        <p:spPr>
          <a:xfrm>
            <a:off x="1101912" y="860696"/>
            <a:ext cx="10199501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îŝḷîḓé-AutoShape 13">
            <a:extLst>
              <a:ext uri="{FF2B5EF4-FFF2-40B4-BE49-F238E27FC236}">
                <a16:creationId xmlns:a16="http://schemas.microsoft.com/office/drawing/2014/main" id="{65EE03EB-C762-4930-92D5-613A696AD58F}"/>
              </a:ext>
            </a:extLst>
          </p:cNvPr>
          <p:cNvSpPr/>
          <p:nvPr/>
        </p:nvSpPr>
        <p:spPr bwMode="auto">
          <a:xfrm>
            <a:off x="11238161" y="801098"/>
            <a:ext cx="126503" cy="126503"/>
          </a:xfrm>
          <a:custGeom>
            <a:avLst/>
            <a:gdLst>
              <a:gd name="T0" fmla="*/ 161123 w 19679"/>
              <a:gd name="T1" fmla="*/ 176861 h 19679"/>
              <a:gd name="T2" fmla="*/ 161123 w 19679"/>
              <a:gd name="T3" fmla="*/ 176861 h 19679"/>
              <a:gd name="T4" fmla="*/ 161123 w 19679"/>
              <a:gd name="T5" fmla="*/ 176861 h 19679"/>
              <a:gd name="T6" fmla="*/ 161123 w 19679"/>
              <a:gd name="T7" fmla="*/ 176861 h 1967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txBody>
          <a:bodyPr lIns="50800" tIns="50800" rIns="50800" bIns="50800" anchor="ctr"/>
          <a:lstStyle/>
          <a:p>
            <a:endParaRPr lang="id-ID">
              <a:solidFill>
                <a:schemeClr val="tx2"/>
              </a:solidFill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9044264-8CB0-7F65-CA3D-188F3A961B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6972"/>
          <a:stretch/>
        </p:blipFill>
        <p:spPr>
          <a:xfrm>
            <a:off x="811013" y="1757895"/>
            <a:ext cx="5583694" cy="423940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DBB0659-997F-EA18-D224-BFAD826035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178"/>
          <a:stretch/>
        </p:blipFill>
        <p:spPr>
          <a:xfrm>
            <a:off x="6193901" y="1275844"/>
            <a:ext cx="5514529" cy="369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65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C58CE61E-C09E-CE4F-9024-7330F9390DF2}"/>
              </a:ext>
            </a:extLst>
          </p:cNvPr>
          <p:cNvSpPr txBox="1"/>
          <p:nvPr/>
        </p:nvSpPr>
        <p:spPr>
          <a:xfrm>
            <a:off x="1419501" y="275921"/>
            <a:ext cx="31331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保存文件 </a:t>
            </a:r>
            <a:r>
              <a:rPr kumimoji="1" lang="en-US" altLang="zh-CN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Save()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CF6BA57-585A-4A61-AF04-21DC65B76BA8}"/>
              </a:ext>
            </a:extLst>
          </p:cNvPr>
          <p:cNvSpPr txBox="1"/>
          <p:nvPr/>
        </p:nvSpPr>
        <p:spPr>
          <a:xfrm>
            <a:off x="385145" y="445549"/>
            <a:ext cx="7120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3.5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线连接符 31">
            <a:extLst>
              <a:ext uri="{FF2B5EF4-FFF2-40B4-BE49-F238E27FC236}">
                <a16:creationId xmlns:a16="http://schemas.microsoft.com/office/drawing/2014/main" id="{01BA83E2-0592-409F-ABC8-FFDCDD0AE8F8}"/>
              </a:ext>
            </a:extLst>
          </p:cNvPr>
          <p:cNvCxnSpPr>
            <a:cxnSpLocks/>
          </p:cNvCxnSpPr>
          <p:nvPr/>
        </p:nvCxnSpPr>
        <p:spPr>
          <a:xfrm>
            <a:off x="1101912" y="860696"/>
            <a:ext cx="10199501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îŝḷîḓé-AutoShape 13">
            <a:extLst>
              <a:ext uri="{FF2B5EF4-FFF2-40B4-BE49-F238E27FC236}">
                <a16:creationId xmlns:a16="http://schemas.microsoft.com/office/drawing/2014/main" id="{65EE03EB-C762-4930-92D5-613A696AD58F}"/>
              </a:ext>
            </a:extLst>
          </p:cNvPr>
          <p:cNvSpPr/>
          <p:nvPr/>
        </p:nvSpPr>
        <p:spPr bwMode="auto">
          <a:xfrm>
            <a:off x="11238161" y="801098"/>
            <a:ext cx="126503" cy="126503"/>
          </a:xfrm>
          <a:custGeom>
            <a:avLst/>
            <a:gdLst>
              <a:gd name="T0" fmla="*/ 161123 w 19679"/>
              <a:gd name="T1" fmla="*/ 176861 h 19679"/>
              <a:gd name="T2" fmla="*/ 161123 w 19679"/>
              <a:gd name="T3" fmla="*/ 176861 h 19679"/>
              <a:gd name="T4" fmla="*/ 161123 w 19679"/>
              <a:gd name="T5" fmla="*/ 176861 h 19679"/>
              <a:gd name="T6" fmla="*/ 161123 w 19679"/>
              <a:gd name="T7" fmla="*/ 176861 h 1967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679" h="19679">
                <a:moveTo>
                  <a:pt x="16796" y="2881"/>
                </a:moveTo>
                <a:cubicBezTo>
                  <a:pt x="20639" y="6724"/>
                  <a:pt x="20639" y="12953"/>
                  <a:pt x="16796" y="16796"/>
                </a:cubicBezTo>
                <a:cubicBezTo>
                  <a:pt x="12953" y="20639"/>
                  <a:pt x="6724" y="20639"/>
                  <a:pt x="2881" y="16796"/>
                </a:cubicBezTo>
                <a:cubicBezTo>
                  <a:pt x="-961" y="12953"/>
                  <a:pt x="-961" y="6724"/>
                  <a:pt x="2881" y="2881"/>
                </a:cubicBezTo>
                <a:cubicBezTo>
                  <a:pt x="6724" y="-961"/>
                  <a:pt x="12953" y="-961"/>
                  <a:pt x="16796" y="2881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txBody>
          <a:bodyPr lIns="50800" tIns="50800" rIns="50800" bIns="50800" anchor="ctr"/>
          <a:lstStyle/>
          <a:p>
            <a:endParaRPr lang="id-ID">
              <a:solidFill>
                <a:schemeClr val="tx2"/>
              </a:solidFill>
              <a:ea typeface="微软雅黑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79999C2-5E8A-7368-F803-30F10D5E12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085" y="1169201"/>
            <a:ext cx="7888189" cy="535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38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文本框 40">
            <a:extLst>
              <a:ext uri="{FF2B5EF4-FFF2-40B4-BE49-F238E27FC236}">
                <a16:creationId xmlns:a16="http://schemas.microsoft.com/office/drawing/2014/main" id="{1AC3B719-BDD0-1C40-90B0-BA1AB95729CC}"/>
              </a:ext>
            </a:extLst>
          </p:cNvPr>
          <p:cNvSpPr txBox="1"/>
          <p:nvPr/>
        </p:nvSpPr>
        <p:spPr>
          <a:xfrm>
            <a:off x="602166" y="2735211"/>
            <a:ext cx="58371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8800">
                <a:gradFill flip="none" rotWithShape="1">
                  <a:gsLst>
                    <a:gs pos="71000">
                      <a:schemeClr val="bg1">
                        <a:lumMod val="95000"/>
                        <a:alpha val="8000"/>
                      </a:schemeClr>
                    </a:gs>
                    <a:gs pos="0">
                      <a:schemeClr val="bg1">
                        <a:lumMod val="85000"/>
                        <a:alpha val="59000"/>
                      </a:schemeClr>
                    </a:gs>
                  </a:gsLst>
                  <a:lin ang="5400000" scaled="1"/>
                  <a:tileRect/>
                </a:gradFill>
                <a:latin typeface="+mj-lt"/>
              </a:rPr>
              <a:t>THANKS</a:t>
            </a:r>
            <a:endParaRPr kumimoji="1" lang="zh-CN" altLang="en-US" sz="8800">
              <a:gradFill flip="none" rotWithShape="1">
                <a:gsLst>
                  <a:gs pos="71000">
                    <a:schemeClr val="bg1">
                      <a:lumMod val="95000"/>
                      <a:alpha val="8000"/>
                    </a:schemeClr>
                  </a:gs>
                  <a:gs pos="0">
                    <a:schemeClr val="bg1">
                      <a:lumMod val="85000"/>
                      <a:alpha val="59000"/>
                    </a:schemeClr>
                  </a:gs>
                </a:gsLst>
                <a:lin ang="5400000" scaled="1"/>
                <a:tileRect/>
              </a:gradFill>
              <a:latin typeface="+mj-lt"/>
            </a:endParaRPr>
          </a:p>
        </p:txBody>
      </p:sp>
      <p:sp>
        <p:nvSpPr>
          <p:cNvPr id="28" name="六边形 27">
            <a:extLst>
              <a:ext uri="{FF2B5EF4-FFF2-40B4-BE49-F238E27FC236}">
                <a16:creationId xmlns:a16="http://schemas.microsoft.com/office/drawing/2014/main" id="{C4AA7DF2-2C0B-5840-A5DB-6F98DA1AE1BB}"/>
              </a:ext>
            </a:extLst>
          </p:cNvPr>
          <p:cNvSpPr/>
          <p:nvPr/>
        </p:nvSpPr>
        <p:spPr>
          <a:xfrm>
            <a:off x="9691242" y="3133725"/>
            <a:ext cx="1857629" cy="1601404"/>
          </a:xfrm>
          <a:prstGeom prst="hexag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六边形 28">
            <a:extLst>
              <a:ext uri="{FF2B5EF4-FFF2-40B4-BE49-F238E27FC236}">
                <a16:creationId xmlns:a16="http://schemas.microsoft.com/office/drawing/2014/main" id="{700E2203-E47C-FB4A-8076-AF30EF2EF55D}"/>
              </a:ext>
            </a:extLst>
          </p:cNvPr>
          <p:cNvSpPr/>
          <p:nvPr/>
        </p:nvSpPr>
        <p:spPr>
          <a:xfrm>
            <a:off x="8650986" y="4027104"/>
            <a:ext cx="1168400" cy="1007241"/>
          </a:xfrm>
          <a:prstGeom prst="hexag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>
            <a:extLst>
              <a:ext uri="{FF2B5EF4-FFF2-40B4-BE49-F238E27FC236}">
                <a16:creationId xmlns:a16="http://schemas.microsoft.com/office/drawing/2014/main" id="{0E4FCA3C-E275-3244-A2DA-76CB8E2D25ED}"/>
              </a:ext>
            </a:extLst>
          </p:cNvPr>
          <p:cNvSpPr/>
          <p:nvPr/>
        </p:nvSpPr>
        <p:spPr>
          <a:xfrm>
            <a:off x="7023100" y="1035050"/>
            <a:ext cx="3255772" cy="2806700"/>
          </a:xfrm>
          <a:prstGeom prst="hexagon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6DC21241-222F-8C44-89DF-4BB65E1A7996}"/>
              </a:ext>
            </a:extLst>
          </p:cNvPr>
          <p:cNvCxnSpPr/>
          <p:nvPr/>
        </p:nvCxnSpPr>
        <p:spPr>
          <a:xfrm>
            <a:off x="776986" y="4533900"/>
            <a:ext cx="7874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EA737AA1-C1EB-004E-99EA-FA9B097A9204}"/>
              </a:ext>
            </a:extLst>
          </p:cNvPr>
          <p:cNvSpPr txBox="1"/>
          <p:nvPr/>
        </p:nvSpPr>
        <p:spPr>
          <a:xfrm>
            <a:off x="676530" y="3584491"/>
            <a:ext cx="57246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54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感谢您的耐心观看</a:t>
            </a:r>
          </a:p>
        </p:txBody>
      </p:sp>
      <p:sp>
        <p:nvSpPr>
          <p:cNvPr id="35" name="六边形 34">
            <a:extLst>
              <a:ext uri="{FF2B5EF4-FFF2-40B4-BE49-F238E27FC236}">
                <a16:creationId xmlns:a16="http://schemas.microsoft.com/office/drawing/2014/main" id="{4F14ED3B-02D8-AC41-AC6D-D87D51FDD47D}"/>
              </a:ext>
            </a:extLst>
          </p:cNvPr>
          <p:cNvSpPr/>
          <p:nvPr/>
        </p:nvSpPr>
        <p:spPr>
          <a:xfrm>
            <a:off x="7215886" y="1201245"/>
            <a:ext cx="2870200" cy="2474310"/>
          </a:xfrm>
          <a:prstGeom prst="hexagon">
            <a:avLst/>
          </a:prstGeom>
          <a:blipFill dpi="0"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六边形 39">
            <a:extLst>
              <a:ext uri="{FF2B5EF4-FFF2-40B4-BE49-F238E27FC236}">
                <a16:creationId xmlns:a16="http://schemas.microsoft.com/office/drawing/2014/main" id="{F5C86540-54D1-214E-953B-301BBB652A66}"/>
              </a:ext>
            </a:extLst>
          </p:cNvPr>
          <p:cNvSpPr/>
          <p:nvPr/>
        </p:nvSpPr>
        <p:spPr>
          <a:xfrm>
            <a:off x="9964756" y="4841085"/>
            <a:ext cx="675506" cy="582332"/>
          </a:xfrm>
          <a:prstGeom prst="hexagon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F6E54FD3-9FB3-5940-8A36-DC77C45FBA7F}"/>
              </a:ext>
            </a:extLst>
          </p:cNvPr>
          <p:cNvSpPr/>
          <p:nvPr/>
        </p:nvSpPr>
        <p:spPr>
          <a:xfrm>
            <a:off x="8609371" y="4479924"/>
            <a:ext cx="114300" cy="1143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232CDB7E-75E0-0B43-BF3D-C02522E88B14}"/>
              </a:ext>
            </a:extLst>
          </p:cNvPr>
          <p:cNvGrpSpPr/>
          <p:nvPr/>
        </p:nvGrpSpPr>
        <p:grpSpPr>
          <a:xfrm>
            <a:off x="7176557" y="885361"/>
            <a:ext cx="2019300" cy="939800"/>
            <a:chOff x="7176557" y="885361"/>
            <a:chExt cx="2019300" cy="939800"/>
          </a:xfrm>
        </p:grpSpPr>
        <p:cxnSp>
          <p:nvCxnSpPr>
            <p:cNvPr id="45" name="直线连接符 44">
              <a:extLst>
                <a:ext uri="{FF2B5EF4-FFF2-40B4-BE49-F238E27FC236}">
                  <a16:creationId xmlns:a16="http://schemas.microsoft.com/office/drawing/2014/main" id="{0DC7D3FF-4769-C84D-8F40-6ABE7CB7B15F}"/>
                </a:ext>
              </a:extLst>
            </p:cNvPr>
            <p:cNvCxnSpPr/>
            <p:nvPr/>
          </p:nvCxnSpPr>
          <p:spPr>
            <a:xfrm>
              <a:off x="7669571" y="885361"/>
              <a:ext cx="152628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线连接符 45">
              <a:extLst>
                <a:ext uri="{FF2B5EF4-FFF2-40B4-BE49-F238E27FC236}">
                  <a16:creationId xmlns:a16="http://schemas.microsoft.com/office/drawing/2014/main" id="{AE1A3C9F-2258-6B4E-9FFB-33D305ECC0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6557" y="885361"/>
              <a:ext cx="493014" cy="9398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BDB6EDE8-9A98-5242-BB52-65D7B936EE40}"/>
              </a:ext>
            </a:extLst>
          </p:cNvPr>
          <p:cNvGrpSpPr/>
          <p:nvPr/>
        </p:nvGrpSpPr>
        <p:grpSpPr>
          <a:xfrm rot="10800000">
            <a:off x="10575163" y="4439403"/>
            <a:ext cx="863073" cy="401682"/>
            <a:chOff x="7176557" y="885361"/>
            <a:chExt cx="2019300" cy="939800"/>
          </a:xfrm>
        </p:grpSpPr>
        <p:cxnSp>
          <p:nvCxnSpPr>
            <p:cNvPr id="50" name="直线连接符 49">
              <a:extLst>
                <a:ext uri="{FF2B5EF4-FFF2-40B4-BE49-F238E27FC236}">
                  <a16:creationId xmlns:a16="http://schemas.microsoft.com/office/drawing/2014/main" id="{C69A404D-3610-1348-836C-09FF5D63C5D9}"/>
                </a:ext>
              </a:extLst>
            </p:cNvPr>
            <p:cNvCxnSpPr>
              <a:cxnSpLocks/>
            </p:cNvCxnSpPr>
            <p:nvPr/>
          </p:nvCxnSpPr>
          <p:spPr>
            <a:xfrm>
              <a:off x="7669571" y="885361"/>
              <a:ext cx="1526286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线连接符 50">
              <a:extLst>
                <a:ext uri="{FF2B5EF4-FFF2-40B4-BE49-F238E27FC236}">
                  <a16:creationId xmlns:a16="http://schemas.microsoft.com/office/drawing/2014/main" id="{71FD7825-800B-BA44-9154-C5255C51B0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6557" y="885361"/>
              <a:ext cx="493014" cy="93980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B595AF18-3B80-49C4-AAE7-53262CEBC1B5}"/>
              </a:ext>
            </a:extLst>
          </p:cNvPr>
          <p:cNvSpPr txBox="1"/>
          <p:nvPr/>
        </p:nvSpPr>
        <p:spPr>
          <a:xfrm>
            <a:off x="9987461" y="4195734"/>
            <a:ext cx="13081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PROGRAM</a:t>
            </a:r>
            <a:endParaRPr kumimoji="1"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214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Arial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8196</TotalTime>
  <Words>140</Words>
  <Application>Microsoft Office PowerPoint</Application>
  <PresentationFormat>宽屏</PresentationFormat>
  <Paragraphs>83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等线</vt:lpstr>
      <vt:lpstr>等线</vt:lpstr>
      <vt:lpstr>微软雅黑</vt:lpstr>
      <vt:lpstr>Arial</vt:lpstr>
      <vt:lpstr>Consolas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6949</cp:lastModifiedBy>
  <cp:revision>1001</cp:revision>
  <dcterms:created xsi:type="dcterms:W3CDTF">2018-06-17T04:53:58Z</dcterms:created>
  <dcterms:modified xsi:type="dcterms:W3CDTF">2024-06-24T16:32:03Z</dcterms:modified>
</cp:coreProperties>
</file>